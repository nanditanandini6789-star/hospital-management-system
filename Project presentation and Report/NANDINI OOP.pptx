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>
  <p:sldMasterIdLst>
    <p:sldMasterId id="2147483648" r:id="rId1"/>
    <p:sldMasterId id="2147483672" r:id="rId2"/>
    <p:sldMasterId id="2147483660" r:id="rId3"/>
  </p:sldMasterIdLst>
  <p:notesMasterIdLst>
    <p:notesMasterId r:id="rId19"/>
  </p:notesMasterIdLst>
  <p:sldIdLst>
    <p:sldId id="270" r:id="rId4"/>
    <p:sldId id="258" r:id="rId5"/>
    <p:sldId id="257" r:id="rId6"/>
    <p:sldId id="259" r:id="rId7"/>
    <p:sldId id="262" r:id="rId8"/>
    <p:sldId id="260" r:id="rId9"/>
    <p:sldId id="271" r:id="rId10"/>
    <p:sldId id="261" r:id="rId11"/>
    <p:sldId id="263" r:id="rId12"/>
    <p:sldId id="264" r:id="rId13"/>
    <p:sldId id="266" r:id="rId14"/>
    <p:sldId id="267" r:id="rId15"/>
    <p:sldId id="268" r:id="rId16"/>
    <p:sldId id="272" r:id="rId17"/>
    <p:sldId id="273" r:id="rId18"/>
  </p:sldIdLst>
  <p:sldSz cx="18288000" cy="10287000"/>
  <p:notesSz cx="6858000" cy="9144000"/>
  <p:embeddedFontLst>
    <p:embeddedFont>
      <p:font typeface="Calibri" panose="020F0502020204030204" pitchFamily="34" charset="0"/>
      <p:regular r:id="rId20"/>
      <p:bold r:id="rId21"/>
      <p:italic r:id="rId22"/>
      <p:boldItalic r:id="rId23"/>
    </p:embeddedFont>
    <p:embeddedFont>
      <p:font typeface="Calibri Light" panose="020F0302020204030204" pitchFamily="34" charset="0"/>
      <p:regular r:id="rId24"/>
      <p:italic r:id="rId25"/>
    </p:embeddedFont>
    <p:embeddedFont>
      <p:font typeface="Source Sans 3" panose="020B0604020202020204" charset="0"/>
      <p:regular r:id="rId26"/>
    </p:embeddedFont>
    <p:embeddedFont>
      <p:font typeface="Source Sans 3 Bold" panose="020B0604020202020204" charset="0"/>
      <p:regular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99" autoAdjust="0"/>
    <p:restoredTop sz="94622" autoAdjust="0"/>
  </p:normalViewPr>
  <p:slideViewPr>
    <p:cSldViewPr>
      <p:cViewPr varScale="1">
        <p:scale>
          <a:sx n="54" d="100"/>
          <a:sy n="54" d="100"/>
        </p:scale>
        <p:origin x="778" y="29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font" Target="fonts/font7.fntdata"/><Relationship Id="rId3" Type="http://schemas.openxmlformats.org/officeDocument/2006/relationships/slideMaster" Target="slideMasters/slideMaster3.xml"/><Relationship Id="rId21" Type="http://schemas.openxmlformats.org/officeDocument/2006/relationships/font" Target="fonts/font2.fntdata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font" Target="fonts/font6.fntdata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font" Target="fonts/font1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font" Target="fonts/font5.fntdata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font" Target="fonts/font4.fntdata"/><Relationship Id="rId28" Type="http://schemas.openxmlformats.org/officeDocument/2006/relationships/presProps" Target="presProps.xml"/><Relationship Id="rId10" Type="http://schemas.openxmlformats.org/officeDocument/2006/relationships/slide" Target="slides/slide7.xml"/><Relationship Id="rId19" Type="http://schemas.openxmlformats.org/officeDocument/2006/relationships/notesMaster" Target="notesMasters/notesMaster1.xml"/><Relationship Id="rId31" Type="http://schemas.openxmlformats.org/officeDocument/2006/relationships/tableStyles" Target="tableStyle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732050-CDA1-4891-94DB-99E9CA376A7F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589AC9-6AAC-427B-BD72-93161257B5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99346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4626FA-7EC2-4568-9A74-891ED816E07D}" type="datetime1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 Hospital Management System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608F3D-B504-4B4B-B12E-B7AA9C65733D}" type="datetime1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 Hospital Management System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416D7C-38F3-4E80-BA25-AC1181FE059A}" type="datetime1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 Hospital Management System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F9B158-806B-4BD6-912E-F43798DE8262}" type="datetime1">
              <a:rPr lang="en-US" smtClean="0"/>
              <a:t>6/12/2026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 Hospital Management System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29039-4255-4C77-8C22-66AD21812B9C}" type="datetime1">
              <a:rPr lang="en-US" smtClean="0"/>
              <a:t>6/12/2026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 Hospital Management System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1D2F6-EF3E-42D2-B099-D78F306F09D2}" type="datetime1">
              <a:rPr lang="en-US" smtClean="0"/>
              <a:t>6/12/2026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 Hospital Management System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5AF6F3-0C3C-4F07-983D-E8AB7B0F911E}" type="datetime1">
              <a:rPr lang="en-US" smtClean="0"/>
              <a:t>6/12/2026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 Hospital Management System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15F05-811E-4CD3-8A4E-4DAE9AD8A6A3}" type="datetime1">
              <a:rPr lang="en-US" smtClean="0"/>
              <a:t>6/12/2026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 Hospital Management System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99690B-EE39-4C44-8B71-8745AD358F4F}" type="datetime1">
              <a:rPr lang="en-US" smtClean="0"/>
              <a:t>6/12/2026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 Hospital Management System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3EAA3-1F94-4D97-9E91-DFD041FC03F5}" type="datetime1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 Hospital Management System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5E45A-ECEC-4730-A385-FAB63F6CF39D}" type="datetime1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 Hospital Management System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4B98CC-4908-C361-38AE-FBE9B93FE7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86000" y="1684338"/>
            <a:ext cx="13716000" cy="35814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834A1C-C50C-2F2B-9050-FA27F63BB1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86000" y="5403850"/>
            <a:ext cx="13716000" cy="2482850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CD47D9-BCDB-7F8C-14C8-2F560747E3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13D93-62BC-4D2A-B1F7-07C965F0ABCC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E0519D-A278-3B54-71C7-6F1BDD278E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8F37D9-DFAD-AC17-5058-67DFC90533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2B40DF-9D8B-48D1-B65C-26D640610E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46823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07D6C8-9344-7F6E-B173-E21B616453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8BE038-67B7-9338-A7CA-E6F3D050BF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0BBBF8-50EE-2B2C-E044-12C83C02CF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13D93-62BC-4D2A-B1F7-07C965F0ABCC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7B8863-DEA5-1D1A-4A66-93758DBA35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4D96CC-4E54-D72A-FFF8-CCC3D60E7E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2B40DF-9D8B-48D1-B65C-26D640610E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811265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216482-DE28-47C0-F7E9-05CC14D50E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7775" y="2565400"/>
            <a:ext cx="15773400" cy="4278313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C81954-72C1-154D-871E-28A823C6F0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47775" y="6884988"/>
            <a:ext cx="15773400" cy="22494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281718-AA04-C8A2-5D18-2C309751CD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13D93-62BC-4D2A-B1F7-07C965F0ABCC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AF3D4C-6486-6CF8-91D3-57EBABB146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DF503E-B953-A8A9-069B-6535E26C92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2B40DF-9D8B-48D1-B65C-26D640610E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103752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B58150-1EED-94C2-A118-E1837CD6AE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AD408B-F344-8C66-542F-E9D0569336C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57300" y="2738438"/>
            <a:ext cx="7810500" cy="652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F80FC4-57D0-62B7-71BC-2C4A93EFFB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220200" y="2738438"/>
            <a:ext cx="7810500" cy="652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0F885D-A392-B3CF-6F2C-E9D145D0E5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13D93-62BC-4D2A-B1F7-07C965F0ABCC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1D3B1A-7F86-0D24-7A1E-024AB68524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77CE2E-CE52-CC68-B3E7-FCBF171C6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2B40DF-9D8B-48D1-B65C-26D640610E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373925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60F301-93D7-65D4-6B0B-E96785FD7C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0475" y="547688"/>
            <a:ext cx="15773400" cy="198913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2EE2A0-E322-8A68-A694-A44FCE2FE9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60475" y="2522538"/>
            <a:ext cx="7735888" cy="123507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566306-0193-6858-8336-1FE05CD425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60475" y="3757613"/>
            <a:ext cx="7735888" cy="55276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1FAA2C3-0801-FD0B-924D-086B68E7527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258300" y="2522538"/>
            <a:ext cx="7775575" cy="123507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C4B2FE0-3559-2351-DC54-8D5B58A25E6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9258300" y="3757613"/>
            <a:ext cx="7775575" cy="55276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8F45D41-A78A-F0CD-96EB-7F86681637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13D93-62BC-4D2A-B1F7-07C965F0ABCC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31E094-7282-3786-A87D-6BBAF6C689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64A59ED-5922-9501-F569-A23C8F1F57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2B40DF-9D8B-48D1-B65C-26D640610E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472960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A00ACB-4C56-EE28-560D-8860348912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0582F26-68CA-54E8-A024-14166BE2DA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13D93-62BC-4D2A-B1F7-07C965F0ABCC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2E5BF45-9650-F6C7-39B9-E3407DA67C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197B4BD-37E5-8269-F3C7-7BEA680585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2B40DF-9D8B-48D1-B65C-26D640610E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433804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D42C144-55D0-F304-E8E7-63872C3B18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13D93-62BC-4D2A-B1F7-07C965F0ABCC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F5267CC-F684-C021-A253-352E2D169D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2387EA-AAD4-D847-7BBC-2290C205C0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2B40DF-9D8B-48D1-B65C-26D640610E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052811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41D8DB-0EBA-2DF1-7724-9F2CF538AC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0475" y="685800"/>
            <a:ext cx="5897563" cy="24003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B8AB5B-E5FC-71A8-2991-9639860276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5575" y="1481138"/>
            <a:ext cx="9258300" cy="731043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6BEC2E4-F7E0-B857-9E79-E53584D0CD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60475" y="3086100"/>
            <a:ext cx="5897563" cy="571817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DBD594-6E1E-F7B0-4486-707FB3C569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13D93-62BC-4D2A-B1F7-07C965F0ABCC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243CAD-8B74-52D9-951B-9D6D690318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6FD25D-4B4E-BF0A-EC2A-59488503BA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2B40DF-9D8B-48D1-B65C-26D640610E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202950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43FD4E-9811-7EA6-B1AD-F0167A688C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0475" y="685800"/>
            <a:ext cx="5897563" cy="24003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325EAB-101D-0A87-EC8F-8A254F75B87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7775575" y="1481138"/>
            <a:ext cx="9258300" cy="731043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88D2DA-EBB0-E50B-5FB1-4297FA7E8B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60475" y="3086100"/>
            <a:ext cx="5897563" cy="571817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F9F86E-BDAE-E782-6936-3ADD92F9F2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13D93-62BC-4D2A-B1F7-07C965F0ABCC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269AB2-B647-6050-E828-C5797BF6AB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1FBDBF-F79A-A815-CAE3-5396C92790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2B40DF-9D8B-48D1-B65C-26D640610E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502985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3D7757-B3BF-986D-FA2A-E599FFD4DE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01663FD-240B-1DE1-9F64-EBB620EC10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9D352C-530B-71C4-E043-6A355CB0A7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13D93-62BC-4D2A-B1F7-07C965F0ABCC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3B4077-3E5C-7244-5BE1-C1F7B4498B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977491-CD5D-6C4C-73C7-0BD5FBC3C4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2B40DF-9D8B-48D1-B65C-26D640610E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060387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FC65A4F-98AC-F738-B73B-DFB0DDF1EC5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3087350" y="547688"/>
            <a:ext cx="3943350" cy="871855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ECF0239-F3EF-A4AB-B9A8-40EA05BE8A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257300" y="547688"/>
            <a:ext cx="11677650" cy="87185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7970FA-9D4D-18EC-CFE4-2744D249E1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13D93-62BC-4D2A-B1F7-07C965F0ABCC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5C3A75-E03A-F443-23AC-F0A7CBCA61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4791C6-B7BD-6331-5EF7-F41CC5713E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2B40DF-9D8B-48D1-B65C-26D640610E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50256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4C59B3-B8F4-B776-A5CE-3AB61556CD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86000" y="1684338"/>
            <a:ext cx="13716000" cy="35814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5B30F6-9E10-6DDA-2F05-8EC937032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86000" y="5403850"/>
            <a:ext cx="13716000" cy="2482850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647491-CC7E-3B90-5E4A-A9856AC861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0599F-387B-4451-9635-500F8B4088C5}" type="datetime1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51CDC3-C215-0991-295A-08942E273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 Hospital Management System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7C5847-18AE-1EB9-DFCE-97F99B46F1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A3C1CD-72A6-4B09-8542-3C983E68BE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109007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C966D3-BABE-2328-EAD1-D4E6DE2909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40B948-817C-3CA2-63B2-06FC0D051B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8D65C7-7DA3-2C74-84E5-B6B0F10C80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41269-22B9-49D1-B198-647AD0C2FC05}" type="datetime1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8FB112-AEAD-4A89-1FD5-BB13E88429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 Hospital Management System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5798FB-43D6-D943-0713-1DD1AFD5A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A3C1CD-72A6-4B09-8542-3C983E68BE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478886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294896-13DD-B343-B054-BB23735D71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7775" y="2565400"/>
            <a:ext cx="15773400" cy="4278313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85A47F-8115-4B71-2383-28A15D8278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47775" y="6884988"/>
            <a:ext cx="15773400" cy="22494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9FB88C-19A9-DB8F-AEDA-94E6DC8693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D540F-C040-40C6-99A4-CAFF078CABCB}" type="datetime1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DBD548-3046-9C46-970C-DC32FB54DE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 Hospital Management System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310848-C4BA-9498-FFA0-15569C2DDE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A3C1CD-72A6-4B09-8542-3C983E68BE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845941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5F549C-A32D-44AA-D935-508846990B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45B1A6-0BAB-1D88-DABD-F56F8BAEF6D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57300" y="2738438"/>
            <a:ext cx="7810500" cy="652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23B5A9-4B9F-A726-4254-93B389513C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220200" y="2738438"/>
            <a:ext cx="7810500" cy="652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CD2819-1759-D67B-EE2A-9167855888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4C93C-7AF5-43D2-88CB-A464E4149B62}" type="datetime1">
              <a:rPr lang="en-US" smtClean="0"/>
              <a:t>6/12/2026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9716F9-59D4-1593-D52A-7C9AAAD295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 Hospital Management System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56E5E7-4324-C156-A9B3-4769E64C84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A3C1CD-72A6-4B09-8542-3C983E68BE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974511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A4F28A-0AE6-150B-F2DB-80225C0383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0475" y="547688"/>
            <a:ext cx="15773400" cy="198913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E53AB1-400D-4CED-16E4-1DFC03C175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60475" y="2522538"/>
            <a:ext cx="7735888" cy="123507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DAAE94-97B8-7FAD-CF60-F808690ABD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60475" y="3757613"/>
            <a:ext cx="7735888" cy="55276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A050F91-F712-913C-CD0F-D154BCA1F6F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258300" y="2522538"/>
            <a:ext cx="7775575" cy="123507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73F3B3C-0E74-EA9E-F3CD-4AD4CF96177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9258300" y="3757613"/>
            <a:ext cx="7775575" cy="55276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8710762-B21B-3679-0FB0-3DCE712DEF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2410F9-9CC6-4391-A650-717BAB4C87B1}" type="datetime1">
              <a:rPr lang="en-US" smtClean="0"/>
              <a:t>6/12/2026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67FDE5-C5E9-6498-5BEF-0704A5BD0A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 Hospital Management System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E75229E-D6FD-811E-291A-9A78405C61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A3C1CD-72A6-4B09-8542-3C983E68BE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490613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83C95A-6E00-69FA-5E9A-76B6DBDAAB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2C4A431-B1D4-1909-A988-6EEAEEE157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F23E63-55EF-42F9-9C54-AC8DF86E51DB}" type="datetime1">
              <a:rPr lang="en-US" smtClean="0"/>
              <a:t>6/12/2026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6129260-84F2-B68B-10C1-EE738D84BD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 Hospital Management System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DC4CDA-5888-063E-3C2F-7F9F983F9C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A3C1CD-72A6-4B09-8542-3C983E68BE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376019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D5E97A0-1413-6C98-60FC-A85626A6F4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35011E-8CCE-4845-9E98-A790FCB39188}" type="datetime1">
              <a:rPr lang="en-US" smtClean="0"/>
              <a:t>6/12/2026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B6C66C7-ABBC-71AE-D390-0CFC6276F0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 Hospital Management System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8F59C5-A209-B384-B700-976253DF0C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A3C1CD-72A6-4B09-8542-3C983E68BE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391960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898E34-CE85-BF0B-8990-1728506F86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0475" y="685800"/>
            <a:ext cx="5897563" cy="24003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75C80E-B129-157B-0362-717DDE8423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5575" y="1481138"/>
            <a:ext cx="9258300" cy="731043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E9D238-A2BB-CD69-8A40-C22634CB91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60475" y="3086100"/>
            <a:ext cx="5897563" cy="571817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1802DB-6AB0-9AEF-E763-E52581410D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F095E-8AC5-4C49-9927-8A7B09FDD2A9}" type="datetime1">
              <a:rPr lang="en-US" smtClean="0"/>
              <a:t>6/12/2026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588541-94A2-D466-929B-B7B67EE861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 Hospital Management System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A5352F-125B-F623-4493-73DED86093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A3C1CD-72A6-4B09-8542-3C983E68BE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7247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C50A79-1AD1-6396-963A-AA0539009E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0475" y="685800"/>
            <a:ext cx="5897563" cy="24003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C1AB8F0-71A9-747D-BD1D-66DED3201D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7775575" y="1481138"/>
            <a:ext cx="9258300" cy="731043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7E8506-222C-708B-FC4B-6AC17EEC48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60475" y="3086100"/>
            <a:ext cx="5897563" cy="571817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CB795D-6489-DA27-8A52-E03078C03E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89D9A9-3B63-4633-9E2D-0EF0AF92759F}" type="datetime1">
              <a:rPr lang="en-US" smtClean="0"/>
              <a:t>6/12/2026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4A5263-3E1A-7282-0F19-F449306D12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 Hospital Management System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D1A541-F56A-A489-BEFD-43383FBCC9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A3C1CD-72A6-4B09-8542-3C983E68BE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289937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A0C049-FDBE-C552-8A3A-3DC8A4A435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3BFEB62-8881-B0D1-6E8E-3C788BC71E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2D1E50-EAB2-344D-9B06-E91F1B3333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6D1B54-9B59-446F-B1E6-3232E3556653}" type="datetime1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3915EE-DDEA-935B-0721-715966CA45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 Hospital Management System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16C405-C84B-D65A-82D2-FB1EAA580A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A3C1CD-72A6-4B09-8542-3C983E68BE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27759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F2A49C5-260A-A131-75D0-AA42512820B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3087350" y="547688"/>
            <a:ext cx="3943350" cy="871855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B31916-B66E-B8EC-C203-12C5ABA72E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257300" y="547688"/>
            <a:ext cx="11677650" cy="87185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BD40DE-1AE1-6A1B-2524-D689958E19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4F1249-CA67-4789-BF01-0DB31FCD2DB3}" type="datetime1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FDA429-A1A6-A74A-EFC5-8F6CD6C75B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 Hospital Management System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5C5627-64C0-73D6-0D45-B28352B9E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A3C1CD-72A6-4B09-8542-3C983E68BE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54775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B95121-CA80-4F2E-B0F9-F4F96C12D00F}" type="datetime1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 Hospital Management System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20B6FB3-4CFF-5F26-9083-B48803F57F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547688"/>
            <a:ext cx="15773400" cy="19891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CCAD61-5575-4D7E-9B12-A340DC1E75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57300" y="2738438"/>
            <a:ext cx="15773400" cy="6527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7C54DD-4B74-9489-C411-876765454B7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257300" y="9534525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013D93-62BC-4D2A-B1F7-07C965F0ABCC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399FCE-4E46-943E-0D7A-9E6132DA36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057900" y="9534525"/>
            <a:ext cx="6172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25B4EB-8846-5C42-6D87-4D9104BBEA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2915900" y="9534525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2B40DF-9D8B-48D1-B65C-26D640610E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62860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7FE542B-5A7F-A36F-A26F-E795EA9CFF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547688"/>
            <a:ext cx="15773400" cy="19891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AE3094-C2F7-5196-4CDD-19A98A6707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57300" y="2738438"/>
            <a:ext cx="15773400" cy="6527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63310F-E149-A880-6BEC-ED5548BC636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257300" y="9534525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9F4726-2136-429D-BEBF-26537D3B34E5}" type="datetime1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EFBDF3-7B24-F964-1C08-6005512599D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057900" y="9534525"/>
            <a:ext cx="6172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 Hospital Management System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AD608E-9EB5-709C-6559-D1EF943BE2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2915900" y="9534525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A3C1CD-72A6-4B09-8542-3C983E68BE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38148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svg"/><Relationship Id="rId3" Type="http://schemas.openxmlformats.org/officeDocument/2006/relationships/image" Target="../media/image3.png"/><Relationship Id="rId7" Type="http://schemas.openxmlformats.org/officeDocument/2006/relationships/image" Target="../media/image1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svg"/><Relationship Id="rId11" Type="http://schemas.openxmlformats.org/officeDocument/2006/relationships/image" Target="../media/image11.png"/><Relationship Id="rId5" Type="http://schemas.openxmlformats.org/officeDocument/2006/relationships/image" Target="../media/image7.png"/><Relationship Id="rId10" Type="http://schemas.openxmlformats.org/officeDocument/2006/relationships/image" Target="../media/image6.svg"/><Relationship Id="rId4" Type="http://schemas.openxmlformats.org/officeDocument/2006/relationships/image" Target="../media/image4.svg"/><Relationship Id="rId9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svg"/><Relationship Id="rId5" Type="http://schemas.openxmlformats.org/officeDocument/2006/relationships/image" Target="../media/image1.png"/><Relationship Id="rId4" Type="http://schemas.openxmlformats.org/officeDocument/2006/relationships/image" Target="../media/image8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12" Type="http://schemas.openxmlformats.org/officeDocument/2006/relationships/image" Target="../media/image11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svg"/><Relationship Id="rId11" Type="http://schemas.openxmlformats.org/officeDocument/2006/relationships/image" Target="../media/image15.png"/><Relationship Id="rId5" Type="http://schemas.openxmlformats.org/officeDocument/2006/relationships/image" Target="../media/image7.png"/><Relationship Id="rId10" Type="http://schemas.openxmlformats.org/officeDocument/2006/relationships/image" Target="../media/image2.svg"/><Relationship Id="rId4" Type="http://schemas.openxmlformats.org/officeDocument/2006/relationships/image" Target="../media/image4.svg"/><Relationship Id="rId9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8.svg"/><Relationship Id="rId7" Type="http://schemas.openxmlformats.org/officeDocument/2006/relationships/image" Target="../media/image1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7.svg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image" Target="../media/image25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12" Type="http://schemas.openxmlformats.org/officeDocument/2006/relationships/image" Target="../media/image24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svg"/><Relationship Id="rId11" Type="http://schemas.openxmlformats.org/officeDocument/2006/relationships/image" Target="../media/image23.png"/><Relationship Id="rId5" Type="http://schemas.openxmlformats.org/officeDocument/2006/relationships/image" Target="../media/image16.png"/><Relationship Id="rId10" Type="http://schemas.openxmlformats.org/officeDocument/2006/relationships/image" Target="../media/image22.png"/><Relationship Id="rId4" Type="http://schemas.openxmlformats.org/officeDocument/2006/relationships/image" Target="../media/image8.svg"/><Relationship Id="rId9" Type="http://schemas.openxmlformats.org/officeDocument/2006/relationships/image" Target="../media/image21.png"/><Relationship Id="rId14" Type="http://schemas.openxmlformats.org/officeDocument/2006/relationships/image" Target="../media/image2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7" Type="http://schemas.openxmlformats.org/officeDocument/2006/relationships/image" Target="../media/image11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7" Type="http://schemas.openxmlformats.org/officeDocument/2006/relationships/image" Target="../media/image1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5" Type="http://schemas.openxmlformats.org/officeDocument/2006/relationships/image" Target="../media/image17.sv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2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4.svg"/><Relationship Id="rId7" Type="http://schemas.openxmlformats.org/officeDocument/2006/relationships/image" Target="../media/image8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11" Type="http://schemas.openxmlformats.org/officeDocument/2006/relationships/image" Target="../media/image11.png"/><Relationship Id="rId5" Type="http://schemas.openxmlformats.org/officeDocument/2006/relationships/image" Target="../media/image6.svg"/><Relationship Id="rId10" Type="http://schemas.openxmlformats.org/officeDocument/2006/relationships/image" Target="../media/image30.png"/><Relationship Id="rId4" Type="http://schemas.openxmlformats.org/officeDocument/2006/relationships/image" Target="../media/image5.png"/><Relationship Id="rId9" Type="http://schemas.openxmlformats.org/officeDocument/2006/relationships/image" Target="../media/image2.sv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6.png"/><Relationship Id="rId7" Type="http://schemas.openxmlformats.org/officeDocument/2006/relationships/image" Target="../media/image5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10" Type="http://schemas.openxmlformats.org/officeDocument/2006/relationships/image" Target="../media/image31.png"/><Relationship Id="rId4" Type="http://schemas.openxmlformats.org/officeDocument/2006/relationships/image" Target="../media/image17.svg"/><Relationship Id="rId9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svg"/><Relationship Id="rId3" Type="http://schemas.openxmlformats.org/officeDocument/2006/relationships/image" Target="../media/image3.png"/><Relationship Id="rId7" Type="http://schemas.openxmlformats.org/officeDocument/2006/relationships/image" Target="../media/image1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4.svg"/><Relationship Id="rId9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10" Type="http://schemas.openxmlformats.org/officeDocument/2006/relationships/image" Target="../media/image11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10" Type="http://schemas.openxmlformats.org/officeDocument/2006/relationships/image" Target="../media/image11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7"/>
          <p:cNvSpPr/>
          <p:nvPr/>
        </p:nvSpPr>
        <p:spPr>
          <a:xfrm rot="-5400000">
            <a:off x="14563871" y="221300"/>
            <a:ext cx="3764454" cy="3702854"/>
          </a:xfrm>
          <a:custGeom>
            <a:avLst/>
            <a:gdLst/>
            <a:ahLst/>
            <a:cxnLst/>
            <a:rect l="l" t="t" r="r" b="b"/>
            <a:pathLst>
              <a:path w="3764454" h="3702854">
                <a:moveTo>
                  <a:pt x="0" y="0"/>
                </a:moveTo>
                <a:lnTo>
                  <a:pt x="3764455" y="0"/>
                </a:lnTo>
                <a:lnTo>
                  <a:pt x="3764455" y="3702855"/>
                </a:lnTo>
                <a:lnTo>
                  <a:pt x="0" y="370285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flipH="1">
            <a:off x="13442938" y="3771636"/>
            <a:ext cx="4845062" cy="6515364"/>
          </a:xfrm>
          <a:custGeom>
            <a:avLst/>
            <a:gdLst/>
            <a:ahLst/>
            <a:cxnLst/>
            <a:rect l="l" t="t" r="r" b="b"/>
            <a:pathLst>
              <a:path w="4845062" h="6515364">
                <a:moveTo>
                  <a:pt x="4845062" y="0"/>
                </a:moveTo>
                <a:lnTo>
                  <a:pt x="0" y="0"/>
                </a:lnTo>
                <a:lnTo>
                  <a:pt x="0" y="6515364"/>
                </a:lnTo>
                <a:lnTo>
                  <a:pt x="4845062" y="6515364"/>
                </a:lnTo>
                <a:lnTo>
                  <a:pt x="4845062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4502592" y="7250362"/>
            <a:ext cx="1494485" cy="1741456"/>
          </a:xfrm>
          <a:custGeom>
            <a:avLst/>
            <a:gdLst/>
            <a:ahLst/>
            <a:cxnLst/>
            <a:rect l="l" t="t" r="r" b="b"/>
            <a:pathLst>
              <a:path w="1494485" h="1741456">
                <a:moveTo>
                  <a:pt x="0" y="0"/>
                </a:moveTo>
                <a:lnTo>
                  <a:pt x="1494485" y="0"/>
                </a:lnTo>
                <a:lnTo>
                  <a:pt x="1494485" y="1741456"/>
                </a:lnTo>
                <a:lnTo>
                  <a:pt x="0" y="174145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4815147" y="190500"/>
            <a:ext cx="2100643" cy="2608021"/>
          </a:xfrm>
          <a:custGeom>
            <a:avLst/>
            <a:gdLst/>
            <a:ahLst/>
            <a:cxnLst/>
            <a:rect l="l" t="t" r="r" b="b"/>
            <a:pathLst>
              <a:path w="2100643" h="2608021">
                <a:moveTo>
                  <a:pt x="0" y="0"/>
                </a:moveTo>
                <a:lnTo>
                  <a:pt x="2100642" y="0"/>
                </a:lnTo>
                <a:lnTo>
                  <a:pt x="2100642" y="2608021"/>
                </a:lnTo>
                <a:lnTo>
                  <a:pt x="0" y="260802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-28575" y="7358852"/>
            <a:ext cx="2976861" cy="2928148"/>
          </a:xfrm>
          <a:custGeom>
            <a:avLst/>
            <a:gdLst/>
            <a:ahLst/>
            <a:cxnLst/>
            <a:rect l="l" t="t" r="r" b="b"/>
            <a:pathLst>
              <a:path w="2976861" h="2928148">
                <a:moveTo>
                  <a:pt x="0" y="0"/>
                </a:moveTo>
                <a:lnTo>
                  <a:pt x="2976860" y="0"/>
                </a:lnTo>
                <a:lnTo>
                  <a:pt x="2976860" y="2928149"/>
                </a:lnTo>
                <a:lnTo>
                  <a:pt x="0" y="292814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4001416" y="7576198"/>
            <a:ext cx="4714317" cy="4667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21"/>
              </a:lnSpc>
              <a:spcBef>
                <a:spcPct val="0"/>
              </a:spcBef>
            </a:pPr>
            <a:r>
              <a:rPr lang="en-US" sz="3101" dirty="0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rPr>
              <a:t>Presented by : Kyrie Petrakis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B895F5F-270B-7F9F-0E3D-970F7A9C5B8A}"/>
              </a:ext>
            </a:extLst>
          </p:cNvPr>
          <p:cNvSpPr txBox="1"/>
          <p:nvPr/>
        </p:nvSpPr>
        <p:spPr>
          <a:xfrm>
            <a:off x="0" y="0"/>
            <a:ext cx="18288000" cy="105298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endParaRPr lang="en-US" sz="36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50000"/>
              </a:lnSpc>
            </a:pPr>
            <a:endParaRPr lang="en-US" sz="36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50000"/>
              </a:lnSpc>
            </a:pPr>
            <a:endParaRPr lang="en-US" sz="36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50000"/>
              </a:lnSpc>
            </a:pPr>
            <a:r>
              <a:rPr lang="en-US" sz="4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Bangladesh Army University of Science &amp; Technology, Khulna</a:t>
            </a:r>
          </a:p>
          <a:p>
            <a:pPr algn="ctr">
              <a:lnSpc>
                <a:spcPct val="150000"/>
              </a:lnSpc>
            </a:pPr>
            <a:r>
              <a:rPr lang="en-US" sz="3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&amp; Engineering</a:t>
            </a:r>
          </a:p>
          <a:p>
            <a:pPr algn="ctr">
              <a:lnSpc>
                <a:spcPct val="150000"/>
              </a:lnSpc>
            </a:pPr>
            <a:r>
              <a:rPr lang="en-US" sz="2800" b="1" i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Tentative Title:</a:t>
            </a:r>
          </a:p>
          <a:p>
            <a:pPr algn="ctr">
              <a:lnSpc>
                <a:spcPct val="150000"/>
              </a:lnSpc>
            </a:pPr>
            <a:r>
              <a:rPr lang="en-US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Hospital Management System</a:t>
            </a:r>
          </a:p>
          <a:p>
            <a:pPr>
              <a:lnSpc>
                <a:spcPct val="150000"/>
              </a:lnSpc>
            </a:pPr>
            <a:r>
              <a:rPr lang="en-US" sz="2400" b="1" i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</a:t>
            </a:r>
            <a:r>
              <a:rPr lang="en-US" sz="3600" b="1" i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 by :                                                          Supervised By :                              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</a:t>
            </a:r>
            <a:r>
              <a:rPr lang="en-US" sz="3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Nandini Saha                                                                     </a:t>
            </a:r>
            <a:r>
              <a:rPr lang="en-US" sz="32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Rohul</a:t>
            </a:r>
            <a:r>
              <a:rPr lang="en-US" sz="3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Amin</a:t>
            </a:r>
          </a:p>
          <a:p>
            <a:pPr>
              <a:lnSpc>
                <a:spcPct val="150000"/>
              </a:lnSpc>
            </a:pPr>
            <a:r>
              <a:rPr lang="en-US" sz="3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Id : 1072420005101007                                                      Lecturer</a:t>
            </a:r>
          </a:p>
          <a:p>
            <a:pPr>
              <a:lnSpc>
                <a:spcPct val="150000"/>
              </a:lnSpc>
            </a:pPr>
            <a:r>
              <a:rPr lang="en-US" sz="3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Level : 02   Term : 02                                                         Department of CSE</a:t>
            </a:r>
          </a:p>
          <a:p>
            <a:pPr>
              <a:lnSpc>
                <a:spcPct val="150000"/>
              </a:lnSpc>
            </a:pPr>
            <a:r>
              <a:rPr lang="en-US" sz="3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Semester : January 2026                                                   BAUST, Khulna</a:t>
            </a:r>
          </a:p>
          <a:p>
            <a:pPr>
              <a:lnSpc>
                <a:spcPct val="150000"/>
              </a:lnSpc>
            </a:pPr>
            <a:endParaRPr lang="en-US" sz="32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615C0D0-231D-499A-6179-51BC774763DA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5800" y="466873"/>
            <a:ext cx="2286000" cy="2085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22873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59" b="-9259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6089680" y="1290107"/>
            <a:ext cx="5634586" cy="13407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080"/>
              </a:lnSpc>
              <a:spcBef>
                <a:spcPct val="0"/>
              </a:spcBef>
            </a:pPr>
            <a:r>
              <a:rPr lang="en-US" sz="9600" b="1" dirty="0">
                <a:solidFill>
                  <a:srgbClr val="0E4D8C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Overview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3657600" y="3374398"/>
            <a:ext cx="11734800" cy="45397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ct val="150000"/>
              </a:lnSpc>
              <a:spcBef>
                <a:spcPct val="0"/>
              </a:spcBef>
            </a:pPr>
            <a:r>
              <a:rPr lang="en-US" sz="4000" dirty="0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Hospital Management System is a Java-based OOP project that helps manage patients, doctors, appointments, and medical records efficiently. It reduces manual work and improves the overall hospital management process</a:t>
            </a:r>
            <a:r>
              <a:rPr lang="en-US" sz="3600" dirty="0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.</a:t>
            </a:r>
          </a:p>
        </p:txBody>
      </p:sp>
      <p:sp>
        <p:nvSpPr>
          <p:cNvPr id="5" name="Freeform 5"/>
          <p:cNvSpPr/>
          <p:nvPr/>
        </p:nvSpPr>
        <p:spPr>
          <a:xfrm rot="-5400000">
            <a:off x="14858865" y="6857865"/>
            <a:ext cx="2924955" cy="3933314"/>
          </a:xfrm>
          <a:custGeom>
            <a:avLst/>
            <a:gdLst/>
            <a:ahLst/>
            <a:cxnLst/>
            <a:rect l="l" t="t" r="r" b="b"/>
            <a:pathLst>
              <a:path w="2924955" h="3933314">
                <a:moveTo>
                  <a:pt x="0" y="0"/>
                </a:moveTo>
                <a:lnTo>
                  <a:pt x="2924956" y="0"/>
                </a:lnTo>
                <a:lnTo>
                  <a:pt x="2924956" y="3933314"/>
                </a:lnTo>
                <a:lnTo>
                  <a:pt x="0" y="393331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flipH="1">
            <a:off x="0" y="0"/>
            <a:ext cx="1615477" cy="2005671"/>
          </a:xfrm>
          <a:custGeom>
            <a:avLst/>
            <a:gdLst/>
            <a:ahLst/>
            <a:cxnLst/>
            <a:rect l="l" t="t" r="r" b="b"/>
            <a:pathLst>
              <a:path w="1615477" h="2005671">
                <a:moveTo>
                  <a:pt x="1615477" y="0"/>
                </a:moveTo>
                <a:lnTo>
                  <a:pt x="0" y="0"/>
                </a:lnTo>
                <a:lnTo>
                  <a:pt x="0" y="2005671"/>
                </a:lnTo>
                <a:lnTo>
                  <a:pt x="1615477" y="2005671"/>
                </a:lnTo>
                <a:lnTo>
                  <a:pt x="1615477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-10800000" flipV="1">
            <a:off x="0" y="7914102"/>
            <a:ext cx="2446265" cy="2406235"/>
          </a:xfrm>
          <a:custGeom>
            <a:avLst/>
            <a:gdLst/>
            <a:ahLst/>
            <a:cxnLst/>
            <a:rect l="l" t="t" r="r" b="b"/>
            <a:pathLst>
              <a:path w="2446265" h="2406235">
                <a:moveTo>
                  <a:pt x="0" y="2406235"/>
                </a:moveTo>
                <a:lnTo>
                  <a:pt x="2446264" y="2406235"/>
                </a:lnTo>
                <a:lnTo>
                  <a:pt x="2446264" y="0"/>
                </a:lnTo>
                <a:lnTo>
                  <a:pt x="0" y="0"/>
                </a:lnTo>
                <a:lnTo>
                  <a:pt x="0" y="2406235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6121194" y="7269473"/>
            <a:ext cx="1334515" cy="1555049"/>
          </a:xfrm>
          <a:custGeom>
            <a:avLst/>
            <a:gdLst/>
            <a:ahLst/>
            <a:cxnLst/>
            <a:rect l="l" t="t" r="r" b="b"/>
            <a:pathLst>
              <a:path w="1334515" h="1555049">
                <a:moveTo>
                  <a:pt x="0" y="0"/>
                </a:moveTo>
                <a:lnTo>
                  <a:pt x="1334515" y="0"/>
                </a:lnTo>
                <a:lnTo>
                  <a:pt x="1334515" y="1555049"/>
                </a:lnTo>
                <a:lnTo>
                  <a:pt x="0" y="155504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-10800000">
            <a:off x="15697200" y="43095"/>
            <a:ext cx="2446265" cy="2406235"/>
          </a:xfrm>
          <a:custGeom>
            <a:avLst/>
            <a:gdLst/>
            <a:ahLst/>
            <a:cxnLst/>
            <a:rect l="l" t="t" r="r" b="b"/>
            <a:pathLst>
              <a:path w="2446265" h="2406235">
                <a:moveTo>
                  <a:pt x="0" y="0"/>
                </a:moveTo>
                <a:lnTo>
                  <a:pt x="2446265" y="0"/>
                </a:lnTo>
                <a:lnTo>
                  <a:pt x="2446265" y="2406235"/>
                </a:lnTo>
                <a:lnTo>
                  <a:pt x="0" y="240623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6DEFFCCE-7E4C-3245-47D8-357E475FB98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99380" y="9564172"/>
            <a:ext cx="2133600" cy="365125"/>
          </a:xfrm>
        </p:spPr>
        <p:txBody>
          <a:bodyPr/>
          <a:lstStyle/>
          <a:p>
            <a:pPr algn="ctr"/>
            <a:fld id="{2B52C853-A3BD-4DEC-AB5C-91E19B582A18}" type="datetime1">
              <a:rPr lang="en-US" sz="2800" b="1" smtClean="0">
                <a:solidFill>
                  <a:schemeClr val="tx1"/>
                </a:solidFill>
              </a:rPr>
              <a:pPr algn="ctr"/>
              <a:t>6/12/2026</a:t>
            </a:fld>
            <a:endParaRPr lang="en-US" sz="2800" b="1" dirty="0">
              <a:solidFill>
                <a:schemeClr val="tx1"/>
              </a:solidFill>
            </a:endParaRP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7107BEF7-633B-24FC-BE69-80EFE5876C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696200" y="9564170"/>
            <a:ext cx="2895600" cy="365125"/>
          </a:xfrm>
        </p:spPr>
        <p:txBody>
          <a:bodyPr/>
          <a:lstStyle/>
          <a:p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Hospital Management System</a:t>
            </a:r>
          </a:p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DD50493-881F-FF66-B797-A736F0A5A7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820865" y="9564170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3200" b="1" smtClean="0">
                <a:solidFill>
                  <a:schemeClr val="tx1"/>
                </a:solidFill>
              </a:rPr>
              <a:pPr/>
              <a:t>2</a:t>
            </a:fld>
            <a:endParaRPr lang="en-US" sz="3200" b="1" dirty="0">
              <a:solidFill>
                <a:schemeClr val="tx1"/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553B650-74CA-9035-066A-0A39CEBB6F20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524000" cy="131299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2014076" y="3036007"/>
            <a:ext cx="6603172" cy="774611"/>
            <a:chOff x="0" y="0"/>
            <a:chExt cx="1887205" cy="22138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887205" cy="221386"/>
            </a:xfrm>
            <a:custGeom>
              <a:avLst/>
              <a:gdLst/>
              <a:ahLst/>
              <a:cxnLst/>
              <a:rect l="l" t="t" r="r" b="b"/>
              <a:pathLst>
                <a:path w="1887205" h="221386">
                  <a:moveTo>
                    <a:pt x="48071" y="0"/>
                  </a:moveTo>
                  <a:lnTo>
                    <a:pt x="1839134" y="0"/>
                  </a:lnTo>
                  <a:cubicBezTo>
                    <a:pt x="1851883" y="0"/>
                    <a:pt x="1864110" y="5065"/>
                    <a:pt x="1873125" y="14080"/>
                  </a:cubicBezTo>
                  <a:cubicBezTo>
                    <a:pt x="1882140" y="23095"/>
                    <a:pt x="1887205" y="35322"/>
                    <a:pt x="1887205" y="48071"/>
                  </a:cubicBezTo>
                  <a:lnTo>
                    <a:pt x="1887205" y="173315"/>
                  </a:lnTo>
                  <a:cubicBezTo>
                    <a:pt x="1887205" y="199864"/>
                    <a:pt x="1865683" y="221386"/>
                    <a:pt x="1839134" y="221386"/>
                  </a:cubicBezTo>
                  <a:lnTo>
                    <a:pt x="48071" y="221386"/>
                  </a:lnTo>
                  <a:cubicBezTo>
                    <a:pt x="35322" y="221386"/>
                    <a:pt x="23095" y="216321"/>
                    <a:pt x="14080" y="207306"/>
                  </a:cubicBezTo>
                  <a:cubicBezTo>
                    <a:pt x="5065" y="198291"/>
                    <a:pt x="0" y="186064"/>
                    <a:pt x="0" y="173315"/>
                  </a:cubicBezTo>
                  <a:lnTo>
                    <a:pt x="0" y="48071"/>
                  </a:lnTo>
                  <a:cubicBezTo>
                    <a:pt x="0" y="35322"/>
                    <a:pt x="5065" y="23095"/>
                    <a:pt x="14080" y="14080"/>
                  </a:cubicBezTo>
                  <a:cubicBezTo>
                    <a:pt x="23095" y="5065"/>
                    <a:pt x="35322" y="0"/>
                    <a:pt x="48071" y="0"/>
                  </a:cubicBezTo>
                  <a:close/>
                </a:path>
              </a:pathLst>
            </a:custGeom>
            <a:ln w="38100" cap="rnd">
              <a:solidFill>
                <a:srgbClr val="0E4D8C"/>
              </a:solidFill>
              <a:prstDash val="solid"/>
              <a:round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887205" cy="2594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2278471" y="3036007"/>
            <a:ext cx="774611" cy="774611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E4D8C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4106586" y="1186447"/>
            <a:ext cx="8999814" cy="11349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640"/>
              </a:lnSpc>
              <a:spcBef>
                <a:spcPct val="0"/>
              </a:spcBef>
            </a:pPr>
            <a:r>
              <a:rPr lang="en-US" sz="8000" b="1" dirty="0">
                <a:solidFill>
                  <a:srgbClr val="0E4D8C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Table of Contents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443252" y="3104757"/>
            <a:ext cx="445048" cy="5704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44"/>
              </a:lnSpc>
              <a:spcBef>
                <a:spcPct val="0"/>
              </a:spcBef>
            </a:pPr>
            <a:r>
              <a:rPr lang="en-US" sz="3317" b="1">
                <a:solidFill>
                  <a:srgbClr val="FFFFFF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01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2014076" y="4054770"/>
            <a:ext cx="6603172" cy="774611"/>
            <a:chOff x="0" y="0"/>
            <a:chExt cx="1887205" cy="221386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887205" cy="221386"/>
            </a:xfrm>
            <a:custGeom>
              <a:avLst/>
              <a:gdLst/>
              <a:ahLst/>
              <a:cxnLst/>
              <a:rect l="l" t="t" r="r" b="b"/>
              <a:pathLst>
                <a:path w="1887205" h="221386">
                  <a:moveTo>
                    <a:pt x="48071" y="0"/>
                  </a:moveTo>
                  <a:lnTo>
                    <a:pt x="1839134" y="0"/>
                  </a:lnTo>
                  <a:cubicBezTo>
                    <a:pt x="1851883" y="0"/>
                    <a:pt x="1864110" y="5065"/>
                    <a:pt x="1873125" y="14080"/>
                  </a:cubicBezTo>
                  <a:cubicBezTo>
                    <a:pt x="1882140" y="23095"/>
                    <a:pt x="1887205" y="35322"/>
                    <a:pt x="1887205" y="48071"/>
                  </a:cubicBezTo>
                  <a:lnTo>
                    <a:pt x="1887205" y="173315"/>
                  </a:lnTo>
                  <a:cubicBezTo>
                    <a:pt x="1887205" y="199864"/>
                    <a:pt x="1865683" y="221386"/>
                    <a:pt x="1839134" y="221386"/>
                  </a:cubicBezTo>
                  <a:lnTo>
                    <a:pt x="48071" y="221386"/>
                  </a:lnTo>
                  <a:cubicBezTo>
                    <a:pt x="35322" y="221386"/>
                    <a:pt x="23095" y="216321"/>
                    <a:pt x="14080" y="207306"/>
                  </a:cubicBezTo>
                  <a:cubicBezTo>
                    <a:pt x="5065" y="198291"/>
                    <a:pt x="0" y="186064"/>
                    <a:pt x="0" y="173315"/>
                  </a:cubicBezTo>
                  <a:lnTo>
                    <a:pt x="0" y="48071"/>
                  </a:lnTo>
                  <a:cubicBezTo>
                    <a:pt x="0" y="35322"/>
                    <a:pt x="5065" y="23095"/>
                    <a:pt x="14080" y="14080"/>
                  </a:cubicBezTo>
                  <a:cubicBezTo>
                    <a:pt x="23095" y="5065"/>
                    <a:pt x="35322" y="0"/>
                    <a:pt x="48071" y="0"/>
                  </a:cubicBezTo>
                  <a:close/>
                </a:path>
              </a:pathLst>
            </a:custGeom>
            <a:ln w="38100" cap="rnd">
              <a:solidFill>
                <a:srgbClr val="0E4D8C"/>
              </a:solidFill>
              <a:prstDash val="solid"/>
              <a:round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1887205" cy="2594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2278471" y="4054770"/>
            <a:ext cx="774611" cy="774611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E4D8C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2443252" y="4123520"/>
            <a:ext cx="445048" cy="5704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44"/>
              </a:lnSpc>
              <a:spcBef>
                <a:spcPct val="0"/>
              </a:spcBef>
            </a:pPr>
            <a:r>
              <a:rPr lang="en-US" sz="3317" b="1">
                <a:solidFill>
                  <a:srgbClr val="FFFFFF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02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2014076" y="5073533"/>
            <a:ext cx="6603172" cy="774611"/>
            <a:chOff x="0" y="0"/>
            <a:chExt cx="1887205" cy="221386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887205" cy="221386"/>
            </a:xfrm>
            <a:custGeom>
              <a:avLst/>
              <a:gdLst/>
              <a:ahLst/>
              <a:cxnLst/>
              <a:rect l="l" t="t" r="r" b="b"/>
              <a:pathLst>
                <a:path w="1887205" h="221386">
                  <a:moveTo>
                    <a:pt x="48071" y="0"/>
                  </a:moveTo>
                  <a:lnTo>
                    <a:pt x="1839134" y="0"/>
                  </a:lnTo>
                  <a:cubicBezTo>
                    <a:pt x="1851883" y="0"/>
                    <a:pt x="1864110" y="5065"/>
                    <a:pt x="1873125" y="14080"/>
                  </a:cubicBezTo>
                  <a:cubicBezTo>
                    <a:pt x="1882140" y="23095"/>
                    <a:pt x="1887205" y="35322"/>
                    <a:pt x="1887205" y="48071"/>
                  </a:cubicBezTo>
                  <a:lnTo>
                    <a:pt x="1887205" y="173315"/>
                  </a:lnTo>
                  <a:cubicBezTo>
                    <a:pt x="1887205" y="199864"/>
                    <a:pt x="1865683" y="221386"/>
                    <a:pt x="1839134" y="221386"/>
                  </a:cubicBezTo>
                  <a:lnTo>
                    <a:pt x="48071" y="221386"/>
                  </a:lnTo>
                  <a:cubicBezTo>
                    <a:pt x="35322" y="221386"/>
                    <a:pt x="23095" y="216321"/>
                    <a:pt x="14080" y="207306"/>
                  </a:cubicBezTo>
                  <a:cubicBezTo>
                    <a:pt x="5065" y="198291"/>
                    <a:pt x="0" y="186064"/>
                    <a:pt x="0" y="173315"/>
                  </a:cubicBezTo>
                  <a:lnTo>
                    <a:pt x="0" y="48071"/>
                  </a:lnTo>
                  <a:cubicBezTo>
                    <a:pt x="0" y="35322"/>
                    <a:pt x="5065" y="23095"/>
                    <a:pt x="14080" y="14080"/>
                  </a:cubicBezTo>
                  <a:cubicBezTo>
                    <a:pt x="23095" y="5065"/>
                    <a:pt x="35322" y="0"/>
                    <a:pt x="48071" y="0"/>
                  </a:cubicBezTo>
                  <a:close/>
                </a:path>
              </a:pathLst>
            </a:custGeom>
            <a:ln w="38100" cap="rnd">
              <a:solidFill>
                <a:srgbClr val="0E4D8C"/>
              </a:solidFill>
              <a:prstDash val="solid"/>
              <a:round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0" y="-38100"/>
              <a:ext cx="1887205" cy="2594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2278471" y="5073533"/>
            <a:ext cx="774611" cy="774611"/>
            <a:chOff x="0" y="0"/>
            <a:chExt cx="812800" cy="8128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E4D8C"/>
            </a:solidFill>
          </p:spPr>
        </p:sp>
        <p:sp>
          <p:nvSpPr>
            <p:cNvPr id="23" name="TextBox 23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2443252" y="5142283"/>
            <a:ext cx="445048" cy="5704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44"/>
              </a:lnSpc>
              <a:spcBef>
                <a:spcPct val="0"/>
              </a:spcBef>
            </a:pPr>
            <a:r>
              <a:rPr lang="en-US" sz="3317" b="1">
                <a:solidFill>
                  <a:srgbClr val="FFFFFF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03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2014076" y="6092296"/>
            <a:ext cx="6603172" cy="774611"/>
            <a:chOff x="0" y="0"/>
            <a:chExt cx="1887205" cy="221386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1887205" cy="221386"/>
            </a:xfrm>
            <a:custGeom>
              <a:avLst/>
              <a:gdLst/>
              <a:ahLst/>
              <a:cxnLst/>
              <a:rect l="l" t="t" r="r" b="b"/>
              <a:pathLst>
                <a:path w="1887205" h="221386">
                  <a:moveTo>
                    <a:pt x="48071" y="0"/>
                  </a:moveTo>
                  <a:lnTo>
                    <a:pt x="1839134" y="0"/>
                  </a:lnTo>
                  <a:cubicBezTo>
                    <a:pt x="1851883" y="0"/>
                    <a:pt x="1864110" y="5065"/>
                    <a:pt x="1873125" y="14080"/>
                  </a:cubicBezTo>
                  <a:cubicBezTo>
                    <a:pt x="1882140" y="23095"/>
                    <a:pt x="1887205" y="35322"/>
                    <a:pt x="1887205" y="48071"/>
                  </a:cubicBezTo>
                  <a:lnTo>
                    <a:pt x="1887205" y="173315"/>
                  </a:lnTo>
                  <a:cubicBezTo>
                    <a:pt x="1887205" y="199864"/>
                    <a:pt x="1865683" y="221386"/>
                    <a:pt x="1839134" y="221386"/>
                  </a:cubicBezTo>
                  <a:lnTo>
                    <a:pt x="48071" y="221386"/>
                  </a:lnTo>
                  <a:cubicBezTo>
                    <a:pt x="35322" y="221386"/>
                    <a:pt x="23095" y="216321"/>
                    <a:pt x="14080" y="207306"/>
                  </a:cubicBezTo>
                  <a:cubicBezTo>
                    <a:pt x="5065" y="198291"/>
                    <a:pt x="0" y="186064"/>
                    <a:pt x="0" y="173315"/>
                  </a:cubicBezTo>
                  <a:lnTo>
                    <a:pt x="0" y="48071"/>
                  </a:lnTo>
                  <a:cubicBezTo>
                    <a:pt x="0" y="35322"/>
                    <a:pt x="5065" y="23095"/>
                    <a:pt x="14080" y="14080"/>
                  </a:cubicBezTo>
                  <a:cubicBezTo>
                    <a:pt x="23095" y="5065"/>
                    <a:pt x="35322" y="0"/>
                    <a:pt x="48071" y="0"/>
                  </a:cubicBezTo>
                  <a:close/>
                </a:path>
              </a:pathLst>
            </a:custGeom>
            <a:ln w="38100" cap="rnd">
              <a:solidFill>
                <a:srgbClr val="0E4D8C"/>
              </a:solidFill>
              <a:prstDash val="solid"/>
              <a:round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0" y="-38100"/>
              <a:ext cx="1887205" cy="2594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2278471" y="6092296"/>
            <a:ext cx="774611" cy="774611"/>
            <a:chOff x="0" y="0"/>
            <a:chExt cx="812800" cy="81280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E4D8C"/>
            </a:solidFill>
          </p:spPr>
        </p:sp>
        <p:sp>
          <p:nvSpPr>
            <p:cNvPr id="30" name="TextBox 30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31" name="TextBox 31"/>
          <p:cNvSpPr txBox="1"/>
          <p:nvPr/>
        </p:nvSpPr>
        <p:spPr>
          <a:xfrm>
            <a:off x="2443252" y="6161046"/>
            <a:ext cx="445048" cy="5704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44"/>
              </a:lnSpc>
              <a:spcBef>
                <a:spcPct val="0"/>
              </a:spcBef>
            </a:pPr>
            <a:r>
              <a:rPr lang="en-US" sz="3317" b="1">
                <a:solidFill>
                  <a:srgbClr val="FFFFFF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04</a:t>
            </a:r>
          </a:p>
        </p:txBody>
      </p:sp>
      <p:grpSp>
        <p:nvGrpSpPr>
          <p:cNvPr id="32" name="Group 32"/>
          <p:cNvGrpSpPr/>
          <p:nvPr/>
        </p:nvGrpSpPr>
        <p:grpSpPr>
          <a:xfrm>
            <a:off x="2014076" y="7111059"/>
            <a:ext cx="6603172" cy="774611"/>
            <a:chOff x="0" y="0"/>
            <a:chExt cx="1887205" cy="221386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1887205" cy="221386"/>
            </a:xfrm>
            <a:custGeom>
              <a:avLst/>
              <a:gdLst/>
              <a:ahLst/>
              <a:cxnLst/>
              <a:rect l="l" t="t" r="r" b="b"/>
              <a:pathLst>
                <a:path w="1887205" h="221386">
                  <a:moveTo>
                    <a:pt x="48071" y="0"/>
                  </a:moveTo>
                  <a:lnTo>
                    <a:pt x="1839134" y="0"/>
                  </a:lnTo>
                  <a:cubicBezTo>
                    <a:pt x="1851883" y="0"/>
                    <a:pt x="1864110" y="5065"/>
                    <a:pt x="1873125" y="14080"/>
                  </a:cubicBezTo>
                  <a:cubicBezTo>
                    <a:pt x="1882140" y="23095"/>
                    <a:pt x="1887205" y="35322"/>
                    <a:pt x="1887205" y="48071"/>
                  </a:cubicBezTo>
                  <a:lnTo>
                    <a:pt x="1887205" y="173315"/>
                  </a:lnTo>
                  <a:cubicBezTo>
                    <a:pt x="1887205" y="199864"/>
                    <a:pt x="1865683" y="221386"/>
                    <a:pt x="1839134" y="221386"/>
                  </a:cubicBezTo>
                  <a:lnTo>
                    <a:pt x="48071" y="221386"/>
                  </a:lnTo>
                  <a:cubicBezTo>
                    <a:pt x="35322" y="221386"/>
                    <a:pt x="23095" y="216321"/>
                    <a:pt x="14080" y="207306"/>
                  </a:cubicBezTo>
                  <a:cubicBezTo>
                    <a:pt x="5065" y="198291"/>
                    <a:pt x="0" y="186064"/>
                    <a:pt x="0" y="173315"/>
                  </a:cubicBezTo>
                  <a:lnTo>
                    <a:pt x="0" y="48071"/>
                  </a:lnTo>
                  <a:cubicBezTo>
                    <a:pt x="0" y="35322"/>
                    <a:pt x="5065" y="23095"/>
                    <a:pt x="14080" y="14080"/>
                  </a:cubicBezTo>
                  <a:cubicBezTo>
                    <a:pt x="23095" y="5065"/>
                    <a:pt x="35322" y="0"/>
                    <a:pt x="48071" y="0"/>
                  </a:cubicBezTo>
                  <a:close/>
                </a:path>
              </a:pathLst>
            </a:custGeom>
            <a:ln w="38100" cap="rnd">
              <a:solidFill>
                <a:srgbClr val="0E4D8C"/>
              </a:solidFill>
              <a:prstDash val="solid"/>
              <a:round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0" y="-38100"/>
              <a:ext cx="1887205" cy="2594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2278471" y="7111059"/>
            <a:ext cx="774611" cy="774611"/>
            <a:chOff x="0" y="0"/>
            <a:chExt cx="812800" cy="8128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E4D8C"/>
            </a:solidFill>
          </p:spPr>
        </p:sp>
        <p:sp>
          <p:nvSpPr>
            <p:cNvPr id="37" name="TextBox 3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38" name="TextBox 38"/>
          <p:cNvSpPr txBox="1"/>
          <p:nvPr/>
        </p:nvSpPr>
        <p:spPr>
          <a:xfrm>
            <a:off x="2443252" y="7179809"/>
            <a:ext cx="445048" cy="5704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44"/>
              </a:lnSpc>
              <a:spcBef>
                <a:spcPct val="0"/>
              </a:spcBef>
            </a:pPr>
            <a:r>
              <a:rPr lang="en-US" sz="3317" b="1">
                <a:solidFill>
                  <a:srgbClr val="FFFFFF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05</a:t>
            </a:r>
          </a:p>
        </p:txBody>
      </p:sp>
      <p:grpSp>
        <p:nvGrpSpPr>
          <p:cNvPr id="39" name="Group 39"/>
          <p:cNvGrpSpPr/>
          <p:nvPr/>
        </p:nvGrpSpPr>
        <p:grpSpPr>
          <a:xfrm>
            <a:off x="2014076" y="8129822"/>
            <a:ext cx="6603172" cy="774611"/>
            <a:chOff x="0" y="0"/>
            <a:chExt cx="1887205" cy="221386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1887205" cy="221386"/>
            </a:xfrm>
            <a:custGeom>
              <a:avLst/>
              <a:gdLst/>
              <a:ahLst/>
              <a:cxnLst/>
              <a:rect l="l" t="t" r="r" b="b"/>
              <a:pathLst>
                <a:path w="1887205" h="221386">
                  <a:moveTo>
                    <a:pt x="48071" y="0"/>
                  </a:moveTo>
                  <a:lnTo>
                    <a:pt x="1839134" y="0"/>
                  </a:lnTo>
                  <a:cubicBezTo>
                    <a:pt x="1851883" y="0"/>
                    <a:pt x="1864110" y="5065"/>
                    <a:pt x="1873125" y="14080"/>
                  </a:cubicBezTo>
                  <a:cubicBezTo>
                    <a:pt x="1882140" y="23095"/>
                    <a:pt x="1887205" y="35322"/>
                    <a:pt x="1887205" y="48071"/>
                  </a:cubicBezTo>
                  <a:lnTo>
                    <a:pt x="1887205" y="173315"/>
                  </a:lnTo>
                  <a:cubicBezTo>
                    <a:pt x="1887205" y="199864"/>
                    <a:pt x="1865683" y="221386"/>
                    <a:pt x="1839134" y="221386"/>
                  </a:cubicBezTo>
                  <a:lnTo>
                    <a:pt x="48071" y="221386"/>
                  </a:lnTo>
                  <a:cubicBezTo>
                    <a:pt x="35322" y="221386"/>
                    <a:pt x="23095" y="216321"/>
                    <a:pt x="14080" y="207306"/>
                  </a:cubicBezTo>
                  <a:cubicBezTo>
                    <a:pt x="5065" y="198291"/>
                    <a:pt x="0" y="186064"/>
                    <a:pt x="0" y="173315"/>
                  </a:cubicBezTo>
                  <a:lnTo>
                    <a:pt x="0" y="48071"/>
                  </a:lnTo>
                  <a:cubicBezTo>
                    <a:pt x="0" y="35322"/>
                    <a:pt x="5065" y="23095"/>
                    <a:pt x="14080" y="14080"/>
                  </a:cubicBezTo>
                  <a:cubicBezTo>
                    <a:pt x="23095" y="5065"/>
                    <a:pt x="35322" y="0"/>
                    <a:pt x="48071" y="0"/>
                  </a:cubicBezTo>
                  <a:close/>
                </a:path>
              </a:pathLst>
            </a:custGeom>
            <a:ln w="38100" cap="rnd">
              <a:solidFill>
                <a:srgbClr val="0E4D8C"/>
              </a:solidFill>
              <a:prstDash val="solid"/>
              <a:round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0" y="-38100"/>
              <a:ext cx="1887205" cy="2594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2278471" y="8129822"/>
            <a:ext cx="774611" cy="774611"/>
            <a:chOff x="0" y="0"/>
            <a:chExt cx="812800" cy="812800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E4D8C"/>
            </a:solidFill>
          </p:spPr>
        </p:sp>
        <p:sp>
          <p:nvSpPr>
            <p:cNvPr id="44" name="TextBox 4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5" name="TextBox 45"/>
          <p:cNvSpPr txBox="1"/>
          <p:nvPr/>
        </p:nvSpPr>
        <p:spPr>
          <a:xfrm>
            <a:off x="2443252" y="8198571"/>
            <a:ext cx="445048" cy="5704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44"/>
              </a:lnSpc>
              <a:spcBef>
                <a:spcPct val="0"/>
              </a:spcBef>
            </a:pPr>
            <a:r>
              <a:rPr lang="en-US" sz="3317" b="1">
                <a:solidFill>
                  <a:srgbClr val="FFFFFF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06</a:t>
            </a:r>
          </a:p>
        </p:txBody>
      </p:sp>
      <p:grpSp>
        <p:nvGrpSpPr>
          <p:cNvPr id="46" name="Group 46"/>
          <p:cNvGrpSpPr/>
          <p:nvPr/>
        </p:nvGrpSpPr>
        <p:grpSpPr>
          <a:xfrm>
            <a:off x="9670752" y="3036007"/>
            <a:ext cx="6603172" cy="774611"/>
            <a:chOff x="0" y="0"/>
            <a:chExt cx="1887205" cy="221386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1887205" cy="221386"/>
            </a:xfrm>
            <a:custGeom>
              <a:avLst/>
              <a:gdLst/>
              <a:ahLst/>
              <a:cxnLst/>
              <a:rect l="l" t="t" r="r" b="b"/>
              <a:pathLst>
                <a:path w="1887205" h="221386">
                  <a:moveTo>
                    <a:pt x="48071" y="0"/>
                  </a:moveTo>
                  <a:lnTo>
                    <a:pt x="1839134" y="0"/>
                  </a:lnTo>
                  <a:cubicBezTo>
                    <a:pt x="1851883" y="0"/>
                    <a:pt x="1864110" y="5065"/>
                    <a:pt x="1873125" y="14080"/>
                  </a:cubicBezTo>
                  <a:cubicBezTo>
                    <a:pt x="1882140" y="23095"/>
                    <a:pt x="1887205" y="35322"/>
                    <a:pt x="1887205" y="48071"/>
                  </a:cubicBezTo>
                  <a:lnTo>
                    <a:pt x="1887205" y="173315"/>
                  </a:lnTo>
                  <a:cubicBezTo>
                    <a:pt x="1887205" y="199864"/>
                    <a:pt x="1865683" y="221386"/>
                    <a:pt x="1839134" y="221386"/>
                  </a:cubicBezTo>
                  <a:lnTo>
                    <a:pt x="48071" y="221386"/>
                  </a:lnTo>
                  <a:cubicBezTo>
                    <a:pt x="35322" y="221386"/>
                    <a:pt x="23095" y="216321"/>
                    <a:pt x="14080" y="207306"/>
                  </a:cubicBezTo>
                  <a:cubicBezTo>
                    <a:pt x="5065" y="198291"/>
                    <a:pt x="0" y="186064"/>
                    <a:pt x="0" y="173315"/>
                  </a:cubicBezTo>
                  <a:lnTo>
                    <a:pt x="0" y="48071"/>
                  </a:lnTo>
                  <a:cubicBezTo>
                    <a:pt x="0" y="35322"/>
                    <a:pt x="5065" y="23095"/>
                    <a:pt x="14080" y="14080"/>
                  </a:cubicBezTo>
                  <a:cubicBezTo>
                    <a:pt x="23095" y="5065"/>
                    <a:pt x="35322" y="0"/>
                    <a:pt x="48071" y="0"/>
                  </a:cubicBezTo>
                  <a:close/>
                </a:path>
              </a:pathLst>
            </a:custGeom>
            <a:ln w="38100" cap="rnd">
              <a:solidFill>
                <a:srgbClr val="0E4D8C"/>
              </a:solidFill>
              <a:prstDash val="solid"/>
              <a:round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0" y="-38100"/>
              <a:ext cx="1887205" cy="2594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9935147" y="3036007"/>
            <a:ext cx="774611" cy="774611"/>
            <a:chOff x="0" y="0"/>
            <a:chExt cx="812800" cy="812800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E4D8C"/>
            </a:solidFill>
          </p:spPr>
        </p:sp>
        <p:sp>
          <p:nvSpPr>
            <p:cNvPr id="51" name="TextBox 51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2" name="TextBox 52"/>
          <p:cNvSpPr txBox="1"/>
          <p:nvPr/>
        </p:nvSpPr>
        <p:spPr>
          <a:xfrm>
            <a:off x="10099928" y="3104757"/>
            <a:ext cx="445048" cy="5704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44"/>
              </a:lnSpc>
              <a:spcBef>
                <a:spcPct val="0"/>
              </a:spcBef>
            </a:pPr>
            <a:r>
              <a:rPr lang="en-US" sz="3317" b="1">
                <a:solidFill>
                  <a:srgbClr val="FFFFFF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07</a:t>
            </a:r>
          </a:p>
        </p:txBody>
      </p:sp>
      <p:grpSp>
        <p:nvGrpSpPr>
          <p:cNvPr id="53" name="Group 53"/>
          <p:cNvGrpSpPr/>
          <p:nvPr/>
        </p:nvGrpSpPr>
        <p:grpSpPr>
          <a:xfrm>
            <a:off x="9670752" y="4054770"/>
            <a:ext cx="6603172" cy="774611"/>
            <a:chOff x="0" y="0"/>
            <a:chExt cx="1887205" cy="221386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1887205" cy="221386"/>
            </a:xfrm>
            <a:custGeom>
              <a:avLst/>
              <a:gdLst/>
              <a:ahLst/>
              <a:cxnLst/>
              <a:rect l="l" t="t" r="r" b="b"/>
              <a:pathLst>
                <a:path w="1887205" h="221386">
                  <a:moveTo>
                    <a:pt x="48071" y="0"/>
                  </a:moveTo>
                  <a:lnTo>
                    <a:pt x="1839134" y="0"/>
                  </a:lnTo>
                  <a:cubicBezTo>
                    <a:pt x="1851883" y="0"/>
                    <a:pt x="1864110" y="5065"/>
                    <a:pt x="1873125" y="14080"/>
                  </a:cubicBezTo>
                  <a:cubicBezTo>
                    <a:pt x="1882140" y="23095"/>
                    <a:pt x="1887205" y="35322"/>
                    <a:pt x="1887205" y="48071"/>
                  </a:cubicBezTo>
                  <a:lnTo>
                    <a:pt x="1887205" y="173315"/>
                  </a:lnTo>
                  <a:cubicBezTo>
                    <a:pt x="1887205" y="199864"/>
                    <a:pt x="1865683" y="221386"/>
                    <a:pt x="1839134" y="221386"/>
                  </a:cubicBezTo>
                  <a:lnTo>
                    <a:pt x="48071" y="221386"/>
                  </a:lnTo>
                  <a:cubicBezTo>
                    <a:pt x="35322" y="221386"/>
                    <a:pt x="23095" y="216321"/>
                    <a:pt x="14080" y="207306"/>
                  </a:cubicBezTo>
                  <a:cubicBezTo>
                    <a:pt x="5065" y="198291"/>
                    <a:pt x="0" y="186064"/>
                    <a:pt x="0" y="173315"/>
                  </a:cubicBezTo>
                  <a:lnTo>
                    <a:pt x="0" y="48071"/>
                  </a:lnTo>
                  <a:cubicBezTo>
                    <a:pt x="0" y="35322"/>
                    <a:pt x="5065" y="23095"/>
                    <a:pt x="14080" y="14080"/>
                  </a:cubicBezTo>
                  <a:cubicBezTo>
                    <a:pt x="23095" y="5065"/>
                    <a:pt x="35322" y="0"/>
                    <a:pt x="48071" y="0"/>
                  </a:cubicBezTo>
                  <a:close/>
                </a:path>
              </a:pathLst>
            </a:custGeom>
            <a:ln w="38100" cap="rnd">
              <a:solidFill>
                <a:srgbClr val="0E4D8C"/>
              </a:solidFill>
              <a:prstDash val="solid"/>
              <a:round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0" y="-38100"/>
              <a:ext cx="1887205" cy="2594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9935147" y="4054770"/>
            <a:ext cx="774611" cy="774611"/>
            <a:chOff x="0" y="0"/>
            <a:chExt cx="812800" cy="812800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E4D8C"/>
            </a:solidFill>
          </p:spPr>
        </p:sp>
        <p:sp>
          <p:nvSpPr>
            <p:cNvPr id="58" name="TextBox 5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9" name="TextBox 59"/>
          <p:cNvSpPr txBox="1"/>
          <p:nvPr/>
        </p:nvSpPr>
        <p:spPr>
          <a:xfrm>
            <a:off x="10099928" y="4123520"/>
            <a:ext cx="445048" cy="5704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44"/>
              </a:lnSpc>
              <a:spcBef>
                <a:spcPct val="0"/>
              </a:spcBef>
            </a:pPr>
            <a:r>
              <a:rPr lang="en-US" sz="3317" b="1">
                <a:solidFill>
                  <a:srgbClr val="FFFFFF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08</a:t>
            </a:r>
          </a:p>
        </p:txBody>
      </p:sp>
      <p:grpSp>
        <p:nvGrpSpPr>
          <p:cNvPr id="60" name="Group 60"/>
          <p:cNvGrpSpPr/>
          <p:nvPr/>
        </p:nvGrpSpPr>
        <p:grpSpPr>
          <a:xfrm>
            <a:off x="9670752" y="5073533"/>
            <a:ext cx="6603172" cy="774611"/>
            <a:chOff x="0" y="0"/>
            <a:chExt cx="1887205" cy="221386"/>
          </a:xfrm>
        </p:grpSpPr>
        <p:sp>
          <p:nvSpPr>
            <p:cNvPr id="61" name="Freeform 61"/>
            <p:cNvSpPr/>
            <p:nvPr/>
          </p:nvSpPr>
          <p:spPr>
            <a:xfrm>
              <a:off x="0" y="0"/>
              <a:ext cx="1887205" cy="221386"/>
            </a:xfrm>
            <a:custGeom>
              <a:avLst/>
              <a:gdLst/>
              <a:ahLst/>
              <a:cxnLst/>
              <a:rect l="l" t="t" r="r" b="b"/>
              <a:pathLst>
                <a:path w="1887205" h="221386">
                  <a:moveTo>
                    <a:pt x="48071" y="0"/>
                  </a:moveTo>
                  <a:lnTo>
                    <a:pt x="1839134" y="0"/>
                  </a:lnTo>
                  <a:cubicBezTo>
                    <a:pt x="1851883" y="0"/>
                    <a:pt x="1864110" y="5065"/>
                    <a:pt x="1873125" y="14080"/>
                  </a:cubicBezTo>
                  <a:cubicBezTo>
                    <a:pt x="1882140" y="23095"/>
                    <a:pt x="1887205" y="35322"/>
                    <a:pt x="1887205" y="48071"/>
                  </a:cubicBezTo>
                  <a:lnTo>
                    <a:pt x="1887205" y="173315"/>
                  </a:lnTo>
                  <a:cubicBezTo>
                    <a:pt x="1887205" y="199864"/>
                    <a:pt x="1865683" y="221386"/>
                    <a:pt x="1839134" y="221386"/>
                  </a:cubicBezTo>
                  <a:lnTo>
                    <a:pt x="48071" y="221386"/>
                  </a:lnTo>
                  <a:cubicBezTo>
                    <a:pt x="35322" y="221386"/>
                    <a:pt x="23095" y="216321"/>
                    <a:pt x="14080" y="207306"/>
                  </a:cubicBezTo>
                  <a:cubicBezTo>
                    <a:pt x="5065" y="198291"/>
                    <a:pt x="0" y="186064"/>
                    <a:pt x="0" y="173315"/>
                  </a:cubicBezTo>
                  <a:lnTo>
                    <a:pt x="0" y="48071"/>
                  </a:lnTo>
                  <a:cubicBezTo>
                    <a:pt x="0" y="35322"/>
                    <a:pt x="5065" y="23095"/>
                    <a:pt x="14080" y="14080"/>
                  </a:cubicBezTo>
                  <a:cubicBezTo>
                    <a:pt x="23095" y="5065"/>
                    <a:pt x="35322" y="0"/>
                    <a:pt x="48071" y="0"/>
                  </a:cubicBezTo>
                  <a:close/>
                </a:path>
              </a:pathLst>
            </a:custGeom>
            <a:ln w="38100" cap="rnd">
              <a:solidFill>
                <a:srgbClr val="0E4D8C"/>
              </a:solidFill>
              <a:prstDash val="solid"/>
              <a:round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0" y="-38100"/>
              <a:ext cx="1887205" cy="2594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9935147" y="5073533"/>
            <a:ext cx="774611" cy="774611"/>
            <a:chOff x="0" y="0"/>
            <a:chExt cx="812800" cy="812800"/>
          </a:xfrm>
        </p:grpSpPr>
        <p:sp>
          <p:nvSpPr>
            <p:cNvPr id="64" name="Freeform 6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E4D8C"/>
            </a:solidFill>
          </p:spPr>
        </p:sp>
        <p:sp>
          <p:nvSpPr>
            <p:cNvPr id="65" name="TextBox 65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6" name="TextBox 66"/>
          <p:cNvSpPr txBox="1"/>
          <p:nvPr/>
        </p:nvSpPr>
        <p:spPr>
          <a:xfrm>
            <a:off x="10099928" y="5142283"/>
            <a:ext cx="445048" cy="5704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44"/>
              </a:lnSpc>
              <a:spcBef>
                <a:spcPct val="0"/>
              </a:spcBef>
            </a:pPr>
            <a:r>
              <a:rPr lang="en-US" sz="3317" b="1">
                <a:solidFill>
                  <a:srgbClr val="FFFFFF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09</a:t>
            </a:r>
          </a:p>
        </p:txBody>
      </p:sp>
      <p:grpSp>
        <p:nvGrpSpPr>
          <p:cNvPr id="67" name="Group 67"/>
          <p:cNvGrpSpPr/>
          <p:nvPr/>
        </p:nvGrpSpPr>
        <p:grpSpPr>
          <a:xfrm>
            <a:off x="9670752" y="6092296"/>
            <a:ext cx="6603172" cy="774611"/>
            <a:chOff x="0" y="0"/>
            <a:chExt cx="1887205" cy="221386"/>
          </a:xfrm>
        </p:grpSpPr>
        <p:sp>
          <p:nvSpPr>
            <p:cNvPr id="68" name="Freeform 68"/>
            <p:cNvSpPr/>
            <p:nvPr/>
          </p:nvSpPr>
          <p:spPr>
            <a:xfrm>
              <a:off x="0" y="0"/>
              <a:ext cx="1887205" cy="221386"/>
            </a:xfrm>
            <a:custGeom>
              <a:avLst/>
              <a:gdLst/>
              <a:ahLst/>
              <a:cxnLst/>
              <a:rect l="l" t="t" r="r" b="b"/>
              <a:pathLst>
                <a:path w="1887205" h="221386">
                  <a:moveTo>
                    <a:pt x="48071" y="0"/>
                  </a:moveTo>
                  <a:lnTo>
                    <a:pt x="1839134" y="0"/>
                  </a:lnTo>
                  <a:cubicBezTo>
                    <a:pt x="1851883" y="0"/>
                    <a:pt x="1864110" y="5065"/>
                    <a:pt x="1873125" y="14080"/>
                  </a:cubicBezTo>
                  <a:cubicBezTo>
                    <a:pt x="1882140" y="23095"/>
                    <a:pt x="1887205" y="35322"/>
                    <a:pt x="1887205" y="48071"/>
                  </a:cubicBezTo>
                  <a:lnTo>
                    <a:pt x="1887205" y="173315"/>
                  </a:lnTo>
                  <a:cubicBezTo>
                    <a:pt x="1887205" y="199864"/>
                    <a:pt x="1865683" y="221386"/>
                    <a:pt x="1839134" y="221386"/>
                  </a:cubicBezTo>
                  <a:lnTo>
                    <a:pt x="48071" y="221386"/>
                  </a:lnTo>
                  <a:cubicBezTo>
                    <a:pt x="35322" y="221386"/>
                    <a:pt x="23095" y="216321"/>
                    <a:pt x="14080" y="207306"/>
                  </a:cubicBezTo>
                  <a:cubicBezTo>
                    <a:pt x="5065" y="198291"/>
                    <a:pt x="0" y="186064"/>
                    <a:pt x="0" y="173315"/>
                  </a:cubicBezTo>
                  <a:lnTo>
                    <a:pt x="0" y="48071"/>
                  </a:lnTo>
                  <a:cubicBezTo>
                    <a:pt x="0" y="35322"/>
                    <a:pt x="5065" y="23095"/>
                    <a:pt x="14080" y="14080"/>
                  </a:cubicBezTo>
                  <a:cubicBezTo>
                    <a:pt x="23095" y="5065"/>
                    <a:pt x="35322" y="0"/>
                    <a:pt x="48071" y="0"/>
                  </a:cubicBezTo>
                  <a:close/>
                </a:path>
              </a:pathLst>
            </a:custGeom>
            <a:ln w="38100" cap="rnd">
              <a:solidFill>
                <a:srgbClr val="0E4D8C"/>
              </a:solidFill>
              <a:prstDash val="solid"/>
              <a:round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0" y="-38100"/>
              <a:ext cx="1887205" cy="2594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70" name="Group 70"/>
          <p:cNvGrpSpPr/>
          <p:nvPr/>
        </p:nvGrpSpPr>
        <p:grpSpPr>
          <a:xfrm>
            <a:off x="9935147" y="6092296"/>
            <a:ext cx="774611" cy="774611"/>
            <a:chOff x="0" y="0"/>
            <a:chExt cx="812800" cy="812800"/>
          </a:xfrm>
        </p:grpSpPr>
        <p:sp>
          <p:nvSpPr>
            <p:cNvPr id="71" name="Freeform 7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E4D8C"/>
            </a:solidFill>
          </p:spPr>
        </p:sp>
        <p:sp>
          <p:nvSpPr>
            <p:cNvPr id="72" name="TextBox 72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73" name="TextBox 73"/>
          <p:cNvSpPr txBox="1"/>
          <p:nvPr/>
        </p:nvSpPr>
        <p:spPr>
          <a:xfrm>
            <a:off x="10099928" y="6161046"/>
            <a:ext cx="445048" cy="5704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44"/>
              </a:lnSpc>
              <a:spcBef>
                <a:spcPct val="0"/>
              </a:spcBef>
            </a:pPr>
            <a:r>
              <a:rPr lang="en-US" sz="3317" b="1">
                <a:solidFill>
                  <a:srgbClr val="FFFFFF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10</a:t>
            </a:r>
          </a:p>
        </p:txBody>
      </p:sp>
      <p:grpSp>
        <p:nvGrpSpPr>
          <p:cNvPr id="74" name="Group 74"/>
          <p:cNvGrpSpPr/>
          <p:nvPr/>
        </p:nvGrpSpPr>
        <p:grpSpPr>
          <a:xfrm>
            <a:off x="9670752" y="7111059"/>
            <a:ext cx="6603172" cy="774611"/>
            <a:chOff x="0" y="0"/>
            <a:chExt cx="1887205" cy="221386"/>
          </a:xfrm>
        </p:grpSpPr>
        <p:sp>
          <p:nvSpPr>
            <p:cNvPr id="75" name="Freeform 75"/>
            <p:cNvSpPr/>
            <p:nvPr/>
          </p:nvSpPr>
          <p:spPr>
            <a:xfrm>
              <a:off x="0" y="0"/>
              <a:ext cx="1887205" cy="221386"/>
            </a:xfrm>
            <a:custGeom>
              <a:avLst/>
              <a:gdLst/>
              <a:ahLst/>
              <a:cxnLst/>
              <a:rect l="l" t="t" r="r" b="b"/>
              <a:pathLst>
                <a:path w="1887205" h="221386">
                  <a:moveTo>
                    <a:pt x="48071" y="0"/>
                  </a:moveTo>
                  <a:lnTo>
                    <a:pt x="1839134" y="0"/>
                  </a:lnTo>
                  <a:cubicBezTo>
                    <a:pt x="1851883" y="0"/>
                    <a:pt x="1864110" y="5065"/>
                    <a:pt x="1873125" y="14080"/>
                  </a:cubicBezTo>
                  <a:cubicBezTo>
                    <a:pt x="1882140" y="23095"/>
                    <a:pt x="1887205" y="35322"/>
                    <a:pt x="1887205" y="48071"/>
                  </a:cubicBezTo>
                  <a:lnTo>
                    <a:pt x="1887205" y="173315"/>
                  </a:lnTo>
                  <a:cubicBezTo>
                    <a:pt x="1887205" y="199864"/>
                    <a:pt x="1865683" y="221386"/>
                    <a:pt x="1839134" y="221386"/>
                  </a:cubicBezTo>
                  <a:lnTo>
                    <a:pt x="48071" y="221386"/>
                  </a:lnTo>
                  <a:cubicBezTo>
                    <a:pt x="35322" y="221386"/>
                    <a:pt x="23095" y="216321"/>
                    <a:pt x="14080" y="207306"/>
                  </a:cubicBezTo>
                  <a:cubicBezTo>
                    <a:pt x="5065" y="198291"/>
                    <a:pt x="0" y="186064"/>
                    <a:pt x="0" y="173315"/>
                  </a:cubicBezTo>
                  <a:lnTo>
                    <a:pt x="0" y="48071"/>
                  </a:lnTo>
                  <a:cubicBezTo>
                    <a:pt x="0" y="35322"/>
                    <a:pt x="5065" y="23095"/>
                    <a:pt x="14080" y="14080"/>
                  </a:cubicBezTo>
                  <a:cubicBezTo>
                    <a:pt x="23095" y="5065"/>
                    <a:pt x="35322" y="0"/>
                    <a:pt x="48071" y="0"/>
                  </a:cubicBezTo>
                  <a:close/>
                </a:path>
              </a:pathLst>
            </a:custGeom>
            <a:ln w="38100" cap="rnd">
              <a:solidFill>
                <a:srgbClr val="0E4D8C"/>
              </a:solidFill>
              <a:prstDash val="solid"/>
              <a:round/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0" y="-38100"/>
              <a:ext cx="1887205" cy="2594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77" name="Group 77"/>
          <p:cNvGrpSpPr/>
          <p:nvPr/>
        </p:nvGrpSpPr>
        <p:grpSpPr>
          <a:xfrm>
            <a:off x="9935147" y="7111059"/>
            <a:ext cx="774611" cy="774611"/>
            <a:chOff x="0" y="0"/>
            <a:chExt cx="812800" cy="812800"/>
          </a:xfrm>
        </p:grpSpPr>
        <p:sp>
          <p:nvSpPr>
            <p:cNvPr id="78" name="Freeform 7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E4D8C"/>
            </a:solidFill>
          </p:spPr>
        </p:sp>
        <p:sp>
          <p:nvSpPr>
            <p:cNvPr id="79" name="TextBox 79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0" name="TextBox 80"/>
          <p:cNvSpPr txBox="1"/>
          <p:nvPr/>
        </p:nvSpPr>
        <p:spPr>
          <a:xfrm>
            <a:off x="10099928" y="7179809"/>
            <a:ext cx="445048" cy="5704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44"/>
              </a:lnSpc>
              <a:spcBef>
                <a:spcPct val="0"/>
              </a:spcBef>
            </a:pPr>
            <a:r>
              <a:rPr lang="en-US" sz="3317" b="1">
                <a:solidFill>
                  <a:srgbClr val="FFFFFF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11</a:t>
            </a:r>
          </a:p>
        </p:txBody>
      </p:sp>
      <p:grpSp>
        <p:nvGrpSpPr>
          <p:cNvPr id="81" name="Group 81"/>
          <p:cNvGrpSpPr/>
          <p:nvPr/>
        </p:nvGrpSpPr>
        <p:grpSpPr>
          <a:xfrm>
            <a:off x="9670752" y="8129822"/>
            <a:ext cx="6603172" cy="774611"/>
            <a:chOff x="0" y="0"/>
            <a:chExt cx="1887205" cy="221386"/>
          </a:xfrm>
        </p:grpSpPr>
        <p:sp>
          <p:nvSpPr>
            <p:cNvPr id="82" name="Freeform 82"/>
            <p:cNvSpPr/>
            <p:nvPr/>
          </p:nvSpPr>
          <p:spPr>
            <a:xfrm>
              <a:off x="0" y="0"/>
              <a:ext cx="1887205" cy="221386"/>
            </a:xfrm>
            <a:custGeom>
              <a:avLst/>
              <a:gdLst/>
              <a:ahLst/>
              <a:cxnLst/>
              <a:rect l="l" t="t" r="r" b="b"/>
              <a:pathLst>
                <a:path w="1887205" h="221386">
                  <a:moveTo>
                    <a:pt x="48071" y="0"/>
                  </a:moveTo>
                  <a:lnTo>
                    <a:pt x="1839134" y="0"/>
                  </a:lnTo>
                  <a:cubicBezTo>
                    <a:pt x="1851883" y="0"/>
                    <a:pt x="1864110" y="5065"/>
                    <a:pt x="1873125" y="14080"/>
                  </a:cubicBezTo>
                  <a:cubicBezTo>
                    <a:pt x="1882140" y="23095"/>
                    <a:pt x="1887205" y="35322"/>
                    <a:pt x="1887205" y="48071"/>
                  </a:cubicBezTo>
                  <a:lnTo>
                    <a:pt x="1887205" y="173315"/>
                  </a:lnTo>
                  <a:cubicBezTo>
                    <a:pt x="1887205" y="199864"/>
                    <a:pt x="1865683" y="221386"/>
                    <a:pt x="1839134" y="221386"/>
                  </a:cubicBezTo>
                  <a:lnTo>
                    <a:pt x="48071" y="221386"/>
                  </a:lnTo>
                  <a:cubicBezTo>
                    <a:pt x="35322" y="221386"/>
                    <a:pt x="23095" y="216321"/>
                    <a:pt x="14080" y="207306"/>
                  </a:cubicBezTo>
                  <a:cubicBezTo>
                    <a:pt x="5065" y="198291"/>
                    <a:pt x="0" y="186064"/>
                    <a:pt x="0" y="173315"/>
                  </a:cubicBezTo>
                  <a:lnTo>
                    <a:pt x="0" y="48071"/>
                  </a:lnTo>
                  <a:cubicBezTo>
                    <a:pt x="0" y="35322"/>
                    <a:pt x="5065" y="23095"/>
                    <a:pt x="14080" y="14080"/>
                  </a:cubicBezTo>
                  <a:cubicBezTo>
                    <a:pt x="23095" y="5065"/>
                    <a:pt x="35322" y="0"/>
                    <a:pt x="48071" y="0"/>
                  </a:cubicBezTo>
                  <a:close/>
                </a:path>
              </a:pathLst>
            </a:custGeom>
            <a:ln w="38100" cap="rnd">
              <a:solidFill>
                <a:srgbClr val="0E4D8C"/>
              </a:solidFill>
              <a:prstDash val="solid"/>
              <a:round/>
            </a:ln>
          </p:spPr>
        </p:sp>
        <p:sp>
          <p:nvSpPr>
            <p:cNvPr id="83" name="TextBox 83"/>
            <p:cNvSpPr txBox="1"/>
            <p:nvPr/>
          </p:nvSpPr>
          <p:spPr>
            <a:xfrm>
              <a:off x="0" y="-38100"/>
              <a:ext cx="1887205" cy="2594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4" name="Group 84"/>
          <p:cNvGrpSpPr/>
          <p:nvPr/>
        </p:nvGrpSpPr>
        <p:grpSpPr>
          <a:xfrm>
            <a:off x="9935147" y="8129822"/>
            <a:ext cx="774611" cy="774611"/>
            <a:chOff x="0" y="0"/>
            <a:chExt cx="812800" cy="812800"/>
          </a:xfrm>
        </p:grpSpPr>
        <p:sp>
          <p:nvSpPr>
            <p:cNvPr id="85" name="Freeform 8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E4D8C"/>
            </a:solidFill>
          </p:spPr>
        </p:sp>
        <p:sp>
          <p:nvSpPr>
            <p:cNvPr id="86" name="TextBox 8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7" name="TextBox 87"/>
          <p:cNvSpPr txBox="1"/>
          <p:nvPr/>
        </p:nvSpPr>
        <p:spPr>
          <a:xfrm>
            <a:off x="10099928" y="8198571"/>
            <a:ext cx="445048" cy="5704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44"/>
              </a:lnSpc>
              <a:spcBef>
                <a:spcPct val="0"/>
              </a:spcBef>
            </a:pPr>
            <a:r>
              <a:rPr lang="en-US" sz="3317" b="1">
                <a:solidFill>
                  <a:srgbClr val="FFFFFF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12</a:t>
            </a:r>
          </a:p>
        </p:txBody>
      </p:sp>
      <p:sp>
        <p:nvSpPr>
          <p:cNvPr id="88" name="TextBox 88"/>
          <p:cNvSpPr txBox="1"/>
          <p:nvPr/>
        </p:nvSpPr>
        <p:spPr>
          <a:xfrm>
            <a:off x="3432128" y="3128057"/>
            <a:ext cx="2528267" cy="5193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b="1" dirty="0">
                <a:solidFill>
                  <a:srgbClr val="0E4D8C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Introduction</a:t>
            </a:r>
          </a:p>
        </p:txBody>
      </p:sp>
      <p:sp>
        <p:nvSpPr>
          <p:cNvPr id="89" name="TextBox 89"/>
          <p:cNvSpPr txBox="1"/>
          <p:nvPr/>
        </p:nvSpPr>
        <p:spPr>
          <a:xfrm>
            <a:off x="3432128" y="4146819"/>
            <a:ext cx="1978072" cy="5193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b="1" dirty="0">
                <a:solidFill>
                  <a:srgbClr val="0E4D8C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Objectives</a:t>
            </a:r>
          </a:p>
        </p:txBody>
      </p:sp>
      <p:sp>
        <p:nvSpPr>
          <p:cNvPr id="90" name="TextBox 90"/>
          <p:cNvSpPr txBox="1"/>
          <p:nvPr/>
        </p:nvSpPr>
        <p:spPr>
          <a:xfrm>
            <a:off x="3432127" y="5165582"/>
            <a:ext cx="2528267" cy="5193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b="1" dirty="0">
                <a:solidFill>
                  <a:srgbClr val="0E4D8C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Main Modules</a:t>
            </a:r>
          </a:p>
        </p:txBody>
      </p:sp>
      <p:sp>
        <p:nvSpPr>
          <p:cNvPr id="91" name="TextBox 91"/>
          <p:cNvSpPr txBox="1"/>
          <p:nvPr/>
        </p:nvSpPr>
        <p:spPr>
          <a:xfrm>
            <a:off x="3432128" y="6184345"/>
            <a:ext cx="3047256" cy="5238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b="1" dirty="0">
                <a:solidFill>
                  <a:srgbClr val="0E4D8C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Input &amp; Output</a:t>
            </a:r>
          </a:p>
        </p:txBody>
      </p:sp>
      <p:sp>
        <p:nvSpPr>
          <p:cNvPr id="92" name="TextBox 92"/>
          <p:cNvSpPr txBox="1"/>
          <p:nvPr/>
        </p:nvSpPr>
        <p:spPr>
          <a:xfrm>
            <a:off x="3432128" y="7203108"/>
            <a:ext cx="3379887" cy="5238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b="1" dirty="0">
                <a:solidFill>
                  <a:srgbClr val="0E4D8C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OOP Concepts Used</a:t>
            </a:r>
          </a:p>
        </p:txBody>
      </p:sp>
      <p:sp>
        <p:nvSpPr>
          <p:cNvPr id="93" name="TextBox 93"/>
          <p:cNvSpPr txBox="1"/>
          <p:nvPr/>
        </p:nvSpPr>
        <p:spPr>
          <a:xfrm>
            <a:off x="3432128" y="8221871"/>
            <a:ext cx="2977679" cy="5238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b="1" dirty="0">
                <a:solidFill>
                  <a:srgbClr val="0E4D8C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Key Features</a:t>
            </a:r>
          </a:p>
        </p:txBody>
      </p:sp>
      <p:sp>
        <p:nvSpPr>
          <p:cNvPr id="94" name="TextBox 94"/>
          <p:cNvSpPr txBox="1"/>
          <p:nvPr/>
        </p:nvSpPr>
        <p:spPr>
          <a:xfrm>
            <a:off x="11127190" y="3151356"/>
            <a:ext cx="3728682" cy="5193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b="1" dirty="0">
                <a:solidFill>
                  <a:srgbClr val="0E4D8C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Database Information</a:t>
            </a:r>
          </a:p>
        </p:txBody>
      </p:sp>
      <p:sp>
        <p:nvSpPr>
          <p:cNvPr id="95" name="TextBox 95"/>
          <p:cNvSpPr txBox="1"/>
          <p:nvPr/>
        </p:nvSpPr>
        <p:spPr>
          <a:xfrm>
            <a:off x="11127190" y="4170119"/>
            <a:ext cx="4189010" cy="5193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b="1" dirty="0">
                <a:solidFill>
                  <a:srgbClr val="0E4D8C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Challenges &amp; </a:t>
            </a:r>
            <a:r>
              <a:rPr lang="en-US" sz="3000" b="1" dirty="0" err="1">
                <a:solidFill>
                  <a:srgbClr val="0E4D8C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Soluution</a:t>
            </a:r>
            <a:endParaRPr lang="en-US" sz="3000" b="1" dirty="0">
              <a:solidFill>
                <a:srgbClr val="0E4D8C"/>
              </a:solidFill>
              <a:latin typeface="Source Sans 3 Bold"/>
              <a:ea typeface="Source Sans 3 Bold"/>
              <a:cs typeface="Source Sans 3 Bold"/>
              <a:sym typeface="Source Sans 3 Bold"/>
            </a:endParaRPr>
          </a:p>
        </p:txBody>
      </p:sp>
      <p:sp>
        <p:nvSpPr>
          <p:cNvPr id="96" name="TextBox 96"/>
          <p:cNvSpPr txBox="1"/>
          <p:nvPr/>
        </p:nvSpPr>
        <p:spPr>
          <a:xfrm>
            <a:off x="11127190" y="5188882"/>
            <a:ext cx="3198410" cy="5193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b="1" dirty="0">
                <a:solidFill>
                  <a:srgbClr val="0E4D8C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System Workflow</a:t>
            </a:r>
          </a:p>
        </p:txBody>
      </p:sp>
      <p:sp>
        <p:nvSpPr>
          <p:cNvPr id="97" name="TextBox 97"/>
          <p:cNvSpPr txBox="1"/>
          <p:nvPr/>
        </p:nvSpPr>
        <p:spPr>
          <a:xfrm>
            <a:off x="11127190" y="6207644"/>
            <a:ext cx="2436410" cy="5193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b="1" dirty="0">
                <a:solidFill>
                  <a:srgbClr val="0E4D8C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Advantages</a:t>
            </a:r>
          </a:p>
        </p:txBody>
      </p:sp>
      <p:sp>
        <p:nvSpPr>
          <p:cNvPr id="98" name="TextBox 98"/>
          <p:cNvSpPr txBox="1"/>
          <p:nvPr/>
        </p:nvSpPr>
        <p:spPr>
          <a:xfrm>
            <a:off x="11127190" y="7226407"/>
            <a:ext cx="2665010" cy="5193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b="1" dirty="0">
                <a:solidFill>
                  <a:srgbClr val="0E4D8C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Future Scope</a:t>
            </a:r>
          </a:p>
        </p:txBody>
      </p:sp>
      <p:sp>
        <p:nvSpPr>
          <p:cNvPr id="99" name="TextBox 99"/>
          <p:cNvSpPr txBox="1"/>
          <p:nvPr/>
        </p:nvSpPr>
        <p:spPr>
          <a:xfrm>
            <a:off x="11127190" y="8245170"/>
            <a:ext cx="2967261" cy="5238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b="1" dirty="0">
                <a:solidFill>
                  <a:srgbClr val="0E4D8C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Conclusion</a:t>
            </a:r>
          </a:p>
        </p:txBody>
      </p:sp>
      <p:sp>
        <p:nvSpPr>
          <p:cNvPr id="100" name="Freeform 100"/>
          <p:cNvSpPr/>
          <p:nvPr/>
        </p:nvSpPr>
        <p:spPr>
          <a:xfrm>
            <a:off x="12494" y="0"/>
            <a:ext cx="2032411" cy="2032411"/>
          </a:xfrm>
          <a:custGeom>
            <a:avLst/>
            <a:gdLst/>
            <a:ahLst/>
            <a:cxnLst/>
            <a:rect l="l" t="t" r="r" b="b"/>
            <a:pathLst>
              <a:path w="2032411" h="2032411">
                <a:moveTo>
                  <a:pt x="0" y="0"/>
                </a:moveTo>
                <a:lnTo>
                  <a:pt x="2032412" y="0"/>
                </a:lnTo>
                <a:lnTo>
                  <a:pt x="2032412" y="2032411"/>
                </a:lnTo>
                <a:lnTo>
                  <a:pt x="0" y="203241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01" name="Freeform 101"/>
          <p:cNvSpPr/>
          <p:nvPr/>
        </p:nvSpPr>
        <p:spPr>
          <a:xfrm flipH="1" flipV="1">
            <a:off x="16243094" y="8242094"/>
            <a:ext cx="2032411" cy="2032411"/>
          </a:xfrm>
          <a:custGeom>
            <a:avLst/>
            <a:gdLst/>
            <a:ahLst/>
            <a:cxnLst/>
            <a:rect l="l" t="t" r="r" b="b"/>
            <a:pathLst>
              <a:path w="2032411" h="2032411">
                <a:moveTo>
                  <a:pt x="2032412" y="2032412"/>
                </a:moveTo>
                <a:lnTo>
                  <a:pt x="0" y="2032412"/>
                </a:lnTo>
                <a:lnTo>
                  <a:pt x="0" y="0"/>
                </a:lnTo>
                <a:lnTo>
                  <a:pt x="2032412" y="0"/>
                </a:lnTo>
                <a:lnTo>
                  <a:pt x="2032412" y="2032412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02" name="Freeform 102"/>
          <p:cNvSpPr/>
          <p:nvPr/>
        </p:nvSpPr>
        <p:spPr>
          <a:xfrm>
            <a:off x="16691356" y="6388366"/>
            <a:ext cx="1494485" cy="1741456"/>
          </a:xfrm>
          <a:custGeom>
            <a:avLst/>
            <a:gdLst/>
            <a:ahLst/>
            <a:cxnLst/>
            <a:rect l="l" t="t" r="r" b="b"/>
            <a:pathLst>
              <a:path w="1494485" h="1741456">
                <a:moveTo>
                  <a:pt x="0" y="0"/>
                </a:moveTo>
                <a:lnTo>
                  <a:pt x="1494485" y="0"/>
                </a:lnTo>
                <a:lnTo>
                  <a:pt x="1494485" y="1741456"/>
                </a:lnTo>
                <a:lnTo>
                  <a:pt x="0" y="174145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03" name="Freeform 103"/>
          <p:cNvSpPr/>
          <p:nvPr/>
        </p:nvSpPr>
        <p:spPr>
          <a:xfrm>
            <a:off x="12494" y="2106208"/>
            <a:ext cx="1494485" cy="1741456"/>
          </a:xfrm>
          <a:custGeom>
            <a:avLst/>
            <a:gdLst/>
            <a:ahLst/>
            <a:cxnLst/>
            <a:rect l="l" t="t" r="r" b="b"/>
            <a:pathLst>
              <a:path w="1494485" h="1741456">
                <a:moveTo>
                  <a:pt x="0" y="0"/>
                </a:moveTo>
                <a:lnTo>
                  <a:pt x="1494486" y="0"/>
                </a:lnTo>
                <a:lnTo>
                  <a:pt x="1494486" y="1741455"/>
                </a:lnTo>
                <a:lnTo>
                  <a:pt x="0" y="174145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05" name="Date Placeholder 104">
            <a:extLst>
              <a:ext uri="{FF2B5EF4-FFF2-40B4-BE49-F238E27FC236}">
                <a16:creationId xmlns:a16="http://schemas.microsoft.com/office/drawing/2014/main" id="{D6C5971E-D094-DCB5-7FD0-8B43850BB49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32176" y="9703218"/>
            <a:ext cx="2133600" cy="365125"/>
          </a:xfrm>
        </p:spPr>
        <p:txBody>
          <a:bodyPr/>
          <a:lstStyle/>
          <a:p>
            <a:fld id="{2B52C853-A3BD-4DEC-AB5C-91E19B582A18}" type="datetime1">
              <a:rPr lang="en-US" sz="2800" b="1" smtClean="0">
                <a:solidFill>
                  <a:schemeClr val="tx1"/>
                </a:solidFill>
              </a:rPr>
              <a:pPr/>
              <a:t>6/12/2026</a:t>
            </a:fld>
            <a:endParaRPr lang="en-US" sz="2800" dirty="0"/>
          </a:p>
        </p:txBody>
      </p:sp>
      <p:sp>
        <p:nvSpPr>
          <p:cNvPr id="106" name="Footer Placeholder 105">
            <a:extLst>
              <a:ext uri="{FF2B5EF4-FFF2-40B4-BE49-F238E27FC236}">
                <a16:creationId xmlns:a16="http://schemas.microsoft.com/office/drawing/2014/main" id="{85AB6250-789E-928E-2595-A53F19FAFD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62684" y="9770715"/>
            <a:ext cx="2895600" cy="365125"/>
          </a:xfrm>
        </p:spPr>
        <p:txBody>
          <a:bodyPr/>
          <a:lstStyle/>
          <a:p>
            <a:r>
              <a:rPr lang="en-US" dirty="0"/>
              <a:t> </a:t>
            </a: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Hospital Management System </a:t>
            </a:r>
          </a:p>
        </p:txBody>
      </p:sp>
      <p:sp>
        <p:nvSpPr>
          <p:cNvPr id="107" name="Slide Number Placeholder 106">
            <a:extLst>
              <a:ext uri="{FF2B5EF4-FFF2-40B4-BE49-F238E27FC236}">
                <a16:creationId xmlns:a16="http://schemas.microsoft.com/office/drawing/2014/main" id="{51588130-9839-D147-A298-E095C0BE61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855788" y="9794734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3200" b="1" smtClean="0">
                <a:solidFill>
                  <a:schemeClr val="tx1"/>
                </a:solidFill>
              </a:rPr>
              <a:pPr/>
              <a:t>3</a:t>
            </a:fld>
            <a:endParaRPr lang="en-US" sz="3200" b="1" dirty="0">
              <a:solidFill>
                <a:schemeClr val="tx1"/>
              </a:solidFill>
            </a:endParaRPr>
          </a:p>
        </p:txBody>
      </p:sp>
      <p:pic>
        <p:nvPicPr>
          <p:cNvPr id="108" name="Picture 107">
            <a:extLst>
              <a:ext uri="{FF2B5EF4-FFF2-40B4-BE49-F238E27FC236}">
                <a16:creationId xmlns:a16="http://schemas.microsoft.com/office/drawing/2014/main" id="{838C3180-4FE3-A503-3D98-B970F53F2DCE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524000" cy="131299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59" b="-9259"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8458200" y="924852"/>
            <a:ext cx="6003173" cy="12952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080"/>
              </a:lnSpc>
              <a:spcBef>
                <a:spcPct val="0"/>
              </a:spcBef>
            </a:pPr>
            <a:r>
              <a:rPr lang="en-US" sz="8000" b="1" dirty="0">
                <a:solidFill>
                  <a:srgbClr val="0E4D8C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Introduction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943519" y="2857500"/>
            <a:ext cx="9018012" cy="58400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ct val="150000"/>
              </a:lnSpc>
              <a:spcBef>
                <a:spcPct val="0"/>
              </a:spcBef>
            </a:pPr>
            <a:r>
              <a:rPr lang="en-US" sz="4000" b="1" dirty="0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What is Hospital Management System?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</a:pPr>
            <a:endParaRPr lang="en-US" sz="3600" dirty="0">
              <a:solidFill>
                <a:srgbClr val="000000"/>
              </a:solidFill>
              <a:latin typeface="Source Sans 3"/>
              <a:ea typeface="Source Sans 3"/>
              <a:cs typeface="Source Sans 3"/>
              <a:sym typeface="Source Sans 3"/>
            </a:endParaRPr>
          </a:p>
          <a:p>
            <a:pPr algn="just">
              <a:lnSpc>
                <a:spcPct val="150000"/>
              </a:lnSpc>
              <a:spcBef>
                <a:spcPct val="0"/>
              </a:spcBef>
            </a:pPr>
            <a:r>
              <a:rPr lang="en-US" sz="3600" dirty="0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* Manages hospital operations efficiently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</a:pPr>
            <a:r>
              <a:rPr lang="en-US" sz="3600" dirty="0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* Stores patient and doctor information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</a:pPr>
            <a:r>
              <a:rPr lang="en-US" sz="3600" dirty="0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* Handles appointments and records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</a:pPr>
            <a:r>
              <a:rPr lang="en-US" sz="3600" dirty="0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* Reduces paperwork and manual errors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</a:pPr>
            <a:r>
              <a:rPr lang="en-US" sz="3600" dirty="0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* Developed using Java and OOP concepts</a:t>
            </a:r>
          </a:p>
        </p:txBody>
      </p:sp>
      <p:sp>
        <p:nvSpPr>
          <p:cNvPr id="8" name="Freeform 8"/>
          <p:cNvSpPr/>
          <p:nvPr/>
        </p:nvSpPr>
        <p:spPr>
          <a:xfrm flipH="1">
            <a:off x="0" y="0"/>
            <a:ext cx="1615477" cy="2005671"/>
          </a:xfrm>
          <a:custGeom>
            <a:avLst/>
            <a:gdLst/>
            <a:ahLst/>
            <a:cxnLst/>
            <a:rect l="l" t="t" r="r" b="b"/>
            <a:pathLst>
              <a:path w="1615477" h="2005671">
                <a:moveTo>
                  <a:pt x="1615477" y="0"/>
                </a:moveTo>
                <a:lnTo>
                  <a:pt x="0" y="0"/>
                </a:lnTo>
                <a:lnTo>
                  <a:pt x="0" y="2005671"/>
                </a:lnTo>
                <a:lnTo>
                  <a:pt x="1615477" y="2005671"/>
                </a:lnTo>
                <a:lnTo>
                  <a:pt x="1615477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6672523" y="8255464"/>
            <a:ext cx="1615477" cy="2005671"/>
          </a:xfrm>
          <a:custGeom>
            <a:avLst/>
            <a:gdLst/>
            <a:ahLst/>
            <a:cxnLst/>
            <a:rect l="l" t="t" r="r" b="b"/>
            <a:pathLst>
              <a:path w="1615477" h="2005671">
                <a:moveTo>
                  <a:pt x="0" y="0"/>
                </a:moveTo>
                <a:lnTo>
                  <a:pt x="1615477" y="0"/>
                </a:lnTo>
                <a:lnTo>
                  <a:pt x="1615477" y="2005672"/>
                </a:lnTo>
                <a:lnTo>
                  <a:pt x="0" y="200567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 rot="-10800000" flipV="1">
            <a:off x="111197" y="7913970"/>
            <a:ext cx="2446265" cy="2406235"/>
          </a:xfrm>
          <a:custGeom>
            <a:avLst/>
            <a:gdLst/>
            <a:ahLst/>
            <a:cxnLst/>
            <a:rect l="l" t="t" r="r" b="b"/>
            <a:pathLst>
              <a:path w="2446265" h="2406235">
                <a:moveTo>
                  <a:pt x="0" y="2406235"/>
                </a:moveTo>
                <a:lnTo>
                  <a:pt x="2446264" y="2406235"/>
                </a:lnTo>
                <a:lnTo>
                  <a:pt x="2446264" y="0"/>
                </a:lnTo>
                <a:lnTo>
                  <a:pt x="0" y="0"/>
                </a:lnTo>
                <a:lnTo>
                  <a:pt x="0" y="2406235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 rot="-10800000">
            <a:off x="15693267" y="-33205"/>
            <a:ext cx="2446265" cy="2406235"/>
          </a:xfrm>
          <a:custGeom>
            <a:avLst/>
            <a:gdLst/>
            <a:ahLst/>
            <a:cxnLst/>
            <a:rect l="l" t="t" r="r" b="b"/>
            <a:pathLst>
              <a:path w="2446265" h="2406235">
                <a:moveTo>
                  <a:pt x="0" y="0"/>
                </a:moveTo>
                <a:lnTo>
                  <a:pt x="2446265" y="0"/>
                </a:lnTo>
                <a:lnTo>
                  <a:pt x="2446265" y="2406235"/>
                </a:lnTo>
                <a:lnTo>
                  <a:pt x="0" y="240623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E923BBD4-A06B-BFFC-BEE2-1B3C4B706D6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49081" y="9581503"/>
            <a:ext cx="2133600" cy="365125"/>
          </a:xfrm>
        </p:spPr>
        <p:txBody>
          <a:bodyPr/>
          <a:lstStyle/>
          <a:p>
            <a:pPr algn="ctr"/>
            <a:fld id="{57B5216E-7088-446D-9409-6B5F44D22DF1}" type="datetime1">
              <a:rPr lang="en-US" sz="2800" b="1" smtClean="0">
                <a:solidFill>
                  <a:schemeClr val="tx1"/>
                </a:solidFill>
              </a:rPr>
              <a:pPr algn="ctr"/>
              <a:t>6/12/2026</a:t>
            </a:fld>
            <a:endParaRPr lang="en-US" sz="2800" b="1" dirty="0">
              <a:solidFill>
                <a:schemeClr val="tx1"/>
              </a:solidFill>
            </a:endParaRPr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A795D971-F3CF-AB4E-71C7-A15BA35727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167193" y="9581503"/>
            <a:ext cx="2895600" cy="365125"/>
          </a:xfrm>
        </p:spPr>
        <p:txBody>
          <a:bodyPr/>
          <a:lstStyle/>
          <a:p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Hospital Management System 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7A9B221D-E2F5-8E16-1DD4-9BBB578133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849600" y="9581503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3200" b="1" smtClean="0">
                <a:solidFill>
                  <a:schemeClr val="tx1"/>
                </a:solidFill>
              </a:rPr>
              <a:pPr/>
              <a:t>4</a:t>
            </a:fld>
            <a:endParaRPr lang="en-US" sz="3200" b="1" dirty="0">
              <a:solidFill>
                <a:schemeClr val="tx1"/>
              </a:solidFill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2704FC4B-4148-8B24-8F89-3E8578AF7B70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524000" cy="1312998"/>
          </a:xfrm>
          <a:prstGeom prst="rect">
            <a:avLst/>
          </a:prstGeom>
        </p:spPr>
      </p:pic>
      <p:grpSp>
        <p:nvGrpSpPr>
          <p:cNvPr id="16" name="Group 3"/>
          <p:cNvGrpSpPr>
            <a:grpSpLocks noChangeAspect="1"/>
          </p:cNvGrpSpPr>
          <p:nvPr/>
        </p:nvGrpSpPr>
        <p:grpSpPr>
          <a:xfrm>
            <a:off x="1143000" y="3440313"/>
            <a:ext cx="6095999" cy="4913346"/>
            <a:chOff x="0" y="0"/>
            <a:chExt cx="6350000" cy="6558280"/>
          </a:xfrm>
          <a:blipFill dpi="0" rotWithShape="1"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grpSpPr>
        <p:sp>
          <p:nvSpPr>
            <p:cNvPr id="17" name="Freeform 4"/>
            <p:cNvSpPr/>
            <p:nvPr/>
          </p:nvSpPr>
          <p:spPr>
            <a:xfrm>
              <a:off x="74930" y="74930"/>
              <a:ext cx="6200140" cy="6408420"/>
            </a:xfrm>
            <a:custGeom>
              <a:avLst/>
              <a:gdLst/>
              <a:ahLst/>
              <a:cxnLst/>
              <a:rect l="l" t="t" r="r" b="b"/>
              <a:pathLst>
                <a:path w="6200140" h="6408420">
                  <a:moveTo>
                    <a:pt x="6200140" y="5351780"/>
                  </a:moveTo>
                  <a:cubicBezTo>
                    <a:pt x="6200140" y="5935980"/>
                    <a:pt x="5726430" y="6408420"/>
                    <a:pt x="5143500" y="6408420"/>
                  </a:cubicBezTo>
                  <a:lnTo>
                    <a:pt x="1056640" y="6408420"/>
                  </a:lnTo>
                  <a:cubicBezTo>
                    <a:pt x="472440" y="6408420"/>
                    <a:pt x="0" y="5934710"/>
                    <a:pt x="0" y="5351780"/>
                  </a:cubicBezTo>
                  <a:lnTo>
                    <a:pt x="0" y="1056640"/>
                  </a:lnTo>
                  <a:cubicBezTo>
                    <a:pt x="0" y="472440"/>
                    <a:pt x="473710" y="0"/>
                    <a:pt x="1056640" y="0"/>
                  </a:cubicBezTo>
                  <a:lnTo>
                    <a:pt x="5143500" y="0"/>
                  </a:lnTo>
                  <a:cubicBezTo>
                    <a:pt x="5727700" y="0"/>
                    <a:pt x="6200140" y="473710"/>
                    <a:pt x="6200140" y="1056640"/>
                  </a:cubicBezTo>
                  <a:lnTo>
                    <a:pt x="6200140" y="5351780"/>
                  </a:lnTo>
                  <a:close/>
                </a:path>
              </a:pathLst>
            </a:custGeom>
            <a:grpFill/>
          </p:spPr>
        </p:sp>
        <p:sp>
          <p:nvSpPr>
            <p:cNvPr id="18" name="Freeform 5"/>
            <p:cNvSpPr/>
            <p:nvPr/>
          </p:nvSpPr>
          <p:spPr>
            <a:xfrm>
              <a:off x="0" y="0"/>
              <a:ext cx="6350000" cy="6558280"/>
            </a:xfrm>
            <a:custGeom>
              <a:avLst/>
              <a:gdLst/>
              <a:ahLst/>
              <a:cxnLst/>
              <a:rect l="l" t="t" r="r" b="b"/>
              <a:pathLst>
                <a:path w="6350000" h="6558280">
                  <a:moveTo>
                    <a:pt x="5218430" y="6558280"/>
                  </a:moveTo>
                  <a:lnTo>
                    <a:pt x="1131570" y="6558280"/>
                  </a:lnTo>
                  <a:cubicBezTo>
                    <a:pt x="508000" y="6558280"/>
                    <a:pt x="0" y="6050280"/>
                    <a:pt x="0" y="5426710"/>
                  </a:cubicBezTo>
                  <a:lnTo>
                    <a:pt x="0" y="1131570"/>
                  </a:lnTo>
                  <a:cubicBezTo>
                    <a:pt x="0" y="508000"/>
                    <a:pt x="508000" y="0"/>
                    <a:pt x="1131570" y="0"/>
                  </a:cubicBezTo>
                  <a:lnTo>
                    <a:pt x="5218430" y="0"/>
                  </a:lnTo>
                  <a:cubicBezTo>
                    <a:pt x="5842000" y="0"/>
                    <a:pt x="6350000" y="508000"/>
                    <a:pt x="6350000" y="1131570"/>
                  </a:cubicBezTo>
                  <a:lnTo>
                    <a:pt x="6350000" y="5425440"/>
                  </a:lnTo>
                  <a:cubicBezTo>
                    <a:pt x="6350000" y="6050280"/>
                    <a:pt x="5842000" y="6558280"/>
                    <a:pt x="5218430" y="6558280"/>
                  </a:cubicBezTo>
                  <a:close/>
                  <a:moveTo>
                    <a:pt x="1131570" y="149860"/>
                  </a:moveTo>
                  <a:cubicBezTo>
                    <a:pt x="590550" y="149860"/>
                    <a:pt x="149860" y="590550"/>
                    <a:pt x="149860" y="1131570"/>
                  </a:cubicBezTo>
                  <a:lnTo>
                    <a:pt x="149860" y="5425440"/>
                  </a:lnTo>
                  <a:cubicBezTo>
                    <a:pt x="149860" y="5966460"/>
                    <a:pt x="590550" y="6407150"/>
                    <a:pt x="1131570" y="6407150"/>
                  </a:cubicBezTo>
                  <a:lnTo>
                    <a:pt x="5218430" y="6407150"/>
                  </a:lnTo>
                  <a:cubicBezTo>
                    <a:pt x="5759450" y="6407150"/>
                    <a:pt x="6200140" y="5966460"/>
                    <a:pt x="6200140" y="5425440"/>
                  </a:cubicBezTo>
                  <a:lnTo>
                    <a:pt x="6200140" y="1131570"/>
                  </a:lnTo>
                  <a:cubicBezTo>
                    <a:pt x="6200140" y="590550"/>
                    <a:pt x="5759450" y="149860"/>
                    <a:pt x="5218430" y="149860"/>
                  </a:cubicBezTo>
                  <a:lnTo>
                    <a:pt x="1131570" y="149860"/>
                  </a:lnTo>
                  <a:close/>
                </a:path>
              </a:pathLst>
            </a:custGeom>
            <a:grpFill/>
          </p:spPr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59" b="-9259"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548677" y="3425841"/>
            <a:ext cx="11773907" cy="5909307"/>
            <a:chOff x="0" y="0"/>
            <a:chExt cx="3234059" cy="96244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234059" cy="962444"/>
            </a:xfrm>
            <a:custGeom>
              <a:avLst/>
              <a:gdLst/>
              <a:ahLst/>
              <a:cxnLst/>
              <a:rect l="l" t="t" r="r" b="b"/>
              <a:pathLst>
                <a:path w="3234059" h="962444">
                  <a:moveTo>
                    <a:pt x="0" y="0"/>
                  </a:moveTo>
                  <a:lnTo>
                    <a:pt x="3234059" y="0"/>
                  </a:lnTo>
                  <a:lnTo>
                    <a:pt x="3234059" y="962444"/>
                  </a:lnTo>
                  <a:lnTo>
                    <a:pt x="0" y="962444"/>
                  </a:lnTo>
                  <a:close/>
                </a:path>
              </a:pathLst>
            </a:custGeom>
            <a:solidFill>
              <a:srgbClr val="D7ECF3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3234059" cy="10005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2088319" y="454347"/>
            <a:ext cx="7146168" cy="2543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080"/>
              </a:lnSpc>
              <a:spcBef>
                <a:spcPct val="0"/>
              </a:spcBef>
            </a:pPr>
            <a:r>
              <a:rPr lang="en-US" sz="7200" b="1" dirty="0">
                <a:solidFill>
                  <a:srgbClr val="0E4D8C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Project Objectives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75597" y="3653345"/>
            <a:ext cx="10345247" cy="55399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spcBef>
                <a:spcPct val="0"/>
              </a:spcBef>
            </a:pPr>
            <a:r>
              <a:rPr lang="en-US" sz="4000" b="1" dirty="0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✔ Manage patient information</a:t>
            </a:r>
          </a:p>
          <a:p>
            <a:pPr algn="just">
              <a:spcBef>
                <a:spcPct val="0"/>
              </a:spcBef>
            </a:pPr>
            <a:endParaRPr lang="en-US" sz="4000" b="1" dirty="0">
              <a:solidFill>
                <a:srgbClr val="000000"/>
              </a:solidFill>
              <a:latin typeface="Source Sans 3"/>
              <a:ea typeface="Source Sans 3"/>
              <a:cs typeface="Source Sans 3"/>
              <a:sym typeface="Source Sans 3"/>
            </a:endParaRPr>
          </a:p>
          <a:p>
            <a:pPr algn="just">
              <a:spcBef>
                <a:spcPct val="0"/>
              </a:spcBef>
            </a:pPr>
            <a:r>
              <a:rPr lang="en-US" sz="4000" b="1" dirty="0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✔ Store doctor details</a:t>
            </a:r>
          </a:p>
          <a:p>
            <a:pPr algn="just">
              <a:spcBef>
                <a:spcPct val="0"/>
              </a:spcBef>
            </a:pPr>
            <a:endParaRPr lang="en-US" sz="4000" b="1" dirty="0">
              <a:solidFill>
                <a:srgbClr val="000000"/>
              </a:solidFill>
              <a:latin typeface="Source Sans 3"/>
              <a:ea typeface="Source Sans 3"/>
              <a:cs typeface="Source Sans 3"/>
              <a:sym typeface="Source Sans 3"/>
            </a:endParaRPr>
          </a:p>
          <a:p>
            <a:pPr algn="just">
              <a:spcBef>
                <a:spcPct val="0"/>
              </a:spcBef>
            </a:pPr>
            <a:r>
              <a:rPr lang="en-US" sz="4000" b="1" dirty="0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✔ Schedule appointments</a:t>
            </a:r>
          </a:p>
          <a:p>
            <a:pPr algn="just">
              <a:spcBef>
                <a:spcPct val="0"/>
              </a:spcBef>
            </a:pPr>
            <a:endParaRPr lang="en-US" sz="4000" b="1" dirty="0">
              <a:solidFill>
                <a:srgbClr val="000000"/>
              </a:solidFill>
              <a:latin typeface="Source Sans 3"/>
              <a:ea typeface="Source Sans 3"/>
              <a:cs typeface="Source Sans 3"/>
              <a:sym typeface="Source Sans 3"/>
            </a:endParaRPr>
          </a:p>
          <a:p>
            <a:pPr algn="just">
              <a:spcBef>
                <a:spcPct val="0"/>
              </a:spcBef>
            </a:pPr>
            <a:r>
              <a:rPr lang="en-US" sz="4000" b="1" dirty="0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✔ Maintain medical records</a:t>
            </a:r>
          </a:p>
          <a:p>
            <a:pPr algn="just">
              <a:spcBef>
                <a:spcPct val="0"/>
              </a:spcBef>
            </a:pPr>
            <a:endParaRPr lang="en-US" sz="4000" b="1" dirty="0">
              <a:solidFill>
                <a:srgbClr val="000000"/>
              </a:solidFill>
              <a:latin typeface="Source Sans 3"/>
              <a:ea typeface="Source Sans 3"/>
              <a:cs typeface="Source Sans 3"/>
              <a:sym typeface="Source Sans 3"/>
            </a:endParaRPr>
          </a:p>
          <a:p>
            <a:pPr algn="just">
              <a:spcBef>
                <a:spcPct val="0"/>
              </a:spcBef>
            </a:pPr>
            <a:r>
              <a:rPr lang="en-US" sz="4000" b="1" dirty="0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✔ Improve hospital efficiency</a:t>
            </a:r>
          </a:p>
        </p:txBody>
      </p:sp>
      <p:sp>
        <p:nvSpPr>
          <p:cNvPr id="12" name="Freeform 12"/>
          <p:cNvSpPr/>
          <p:nvPr/>
        </p:nvSpPr>
        <p:spPr>
          <a:xfrm rot="-5400000">
            <a:off x="14858865" y="6857865"/>
            <a:ext cx="2924955" cy="3933314"/>
          </a:xfrm>
          <a:custGeom>
            <a:avLst/>
            <a:gdLst/>
            <a:ahLst/>
            <a:cxnLst/>
            <a:rect l="l" t="t" r="r" b="b"/>
            <a:pathLst>
              <a:path w="2924955" h="3933314">
                <a:moveTo>
                  <a:pt x="0" y="0"/>
                </a:moveTo>
                <a:lnTo>
                  <a:pt x="2924956" y="0"/>
                </a:lnTo>
                <a:lnTo>
                  <a:pt x="2924956" y="3933314"/>
                </a:lnTo>
                <a:lnTo>
                  <a:pt x="0" y="393331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 flipH="1">
            <a:off x="0" y="0"/>
            <a:ext cx="1615477" cy="2005671"/>
          </a:xfrm>
          <a:custGeom>
            <a:avLst/>
            <a:gdLst/>
            <a:ahLst/>
            <a:cxnLst/>
            <a:rect l="l" t="t" r="r" b="b"/>
            <a:pathLst>
              <a:path w="1615477" h="2005671">
                <a:moveTo>
                  <a:pt x="1615477" y="0"/>
                </a:moveTo>
                <a:lnTo>
                  <a:pt x="0" y="0"/>
                </a:lnTo>
                <a:lnTo>
                  <a:pt x="0" y="2005671"/>
                </a:lnTo>
                <a:lnTo>
                  <a:pt x="1615477" y="2005671"/>
                </a:lnTo>
                <a:lnTo>
                  <a:pt x="1615477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16121194" y="7269473"/>
            <a:ext cx="1334515" cy="1555049"/>
          </a:xfrm>
          <a:custGeom>
            <a:avLst/>
            <a:gdLst/>
            <a:ahLst/>
            <a:cxnLst/>
            <a:rect l="l" t="t" r="r" b="b"/>
            <a:pathLst>
              <a:path w="1334515" h="1555049">
                <a:moveTo>
                  <a:pt x="0" y="0"/>
                </a:moveTo>
                <a:lnTo>
                  <a:pt x="1334515" y="0"/>
                </a:lnTo>
                <a:lnTo>
                  <a:pt x="1334515" y="1555049"/>
                </a:lnTo>
                <a:lnTo>
                  <a:pt x="0" y="155504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 rot="-10800000">
            <a:off x="15649942" y="-130579"/>
            <a:ext cx="2446265" cy="2406235"/>
          </a:xfrm>
          <a:custGeom>
            <a:avLst/>
            <a:gdLst/>
            <a:ahLst/>
            <a:cxnLst/>
            <a:rect l="l" t="t" r="r" b="b"/>
            <a:pathLst>
              <a:path w="2446265" h="2406235">
                <a:moveTo>
                  <a:pt x="0" y="0"/>
                </a:moveTo>
                <a:lnTo>
                  <a:pt x="2446265" y="0"/>
                </a:lnTo>
                <a:lnTo>
                  <a:pt x="2446265" y="2406235"/>
                </a:lnTo>
                <a:lnTo>
                  <a:pt x="0" y="240623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17" name="Date Placeholder 16">
            <a:extLst>
              <a:ext uri="{FF2B5EF4-FFF2-40B4-BE49-F238E27FC236}">
                <a16:creationId xmlns:a16="http://schemas.microsoft.com/office/drawing/2014/main" id="{CE18BD55-FAC9-5E94-BEFD-3C6924D42A5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8677" y="9650090"/>
            <a:ext cx="2133600" cy="365125"/>
          </a:xfrm>
        </p:spPr>
        <p:txBody>
          <a:bodyPr/>
          <a:lstStyle/>
          <a:p>
            <a:pPr algn="ctr"/>
            <a:fld id="{770D0ECC-A54D-48CA-8B65-51339C9DAD5E}" type="datetime1">
              <a:rPr lang="en-US" sz="2800" b="1" smtClean="0">
                <a:solidFill>
                  <a:schemeClr val="tx1"/>
                </a:solidFill>
              </a:rPr>
              <a:pPr algn="ctr"/>
              <a:t>6/12/2026</a:t>
            </a:fld>
            <a:endParaRPr lang="en-US" sz="2800" b="1" dirty="0">
              <a:solidFill>
                <a:schemeClr val="tx1"/>
              </a:solidFill>
            </a:endParaRPr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1FF09E33-1F98-3A0F-03C3-52840D29FA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696200" y="9650090"/>
            <a:ext cx="2895600" cy="365125"/>
          </a:xfrm>
        </p:spPr>
        <p:txBody>
          <a:bodyPr/>
          <a:lstStyle/>
          <a:p>
            <a:r>
              <a:rPr lang="en-US" dirty="0"/>
              <a:t> </a:t>
            </a: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Hospital Management System </a:t>
            </a: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5CC1A2A2-EBCD-918E-C89D-4B5C7C2F3D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891633" y="9563921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3200" b="1" smtClean="0">
                <a:solidFill>
                  <a:schemeClr val="tx1"/>
                </a:solidFill>
              </a:rPr>
              <a:pPr/>
              <a:t>5</a:t>
            </a:fld>
            <a:endParaRPr lang="en-US" sz="3200" b="1" dirty="0">
              <a:solidFill>
                <a:schemeClr val="tx1"/>
              </a:solidFill>
            </a:endParaRPr>
          </a:p>
        </p:txBody>
      </p:sp>
      <p:grpSp>
        <p:nvGrpSpPr>
          <p:cNvPr id="20" name="Group 3"/>
          <p:cNvGrpSpPr>
            <a:grpSpLocks noChangeAspect="1"/>
          </p:cNvGrpSpPr>
          <p:nvPr/>
        </p:nvGrpSpPr>
        <p:grpSpPr>
          <a:xfrm>
            <a:off x="12454538" y="1360474"/>
            <a:ext cx="5169600" cy="5169600"/>
            <a:chOff x="0" y="0"/>
            <a:chExt cx="6350000" cy="6350000"/>
          </a:xfrm>
          <a:blipFill dpi="0" rotWithShape="1"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grpSpPr>
        <p:sp>
          <p:nvSpPr>
            <p:cNvPr id="21" name="Freeform 4"/>
            <p:cNvSpPr/>
            <p:nvPr/>
          </p:nvSpPr>
          <p:spPr>
            <a:xfrm>
              <a:off x="655320" y="655320"/>
              <a:ext cx="5039360" cy="5039360"/>
            </a:xfrm>
            <a:custGeom>
              <a:avLst/>
              <a:gdLst/>
              <a:ahLst/>
              <a:cxnLst/>
              <a:rect l="l" t="t" r="r" b="b"/>
              <a:pathLst>
                <a:path w="5039360" h="5039360">
                  <a:moveTo>
                    <a:pt x="2519680" y="0"/>
                  </a:moveTo>
                  <a:cubicBezTo>
                    <a:pt x="1127760" y="0"/>
                    <a:pt x="0" y="1127760"/>
                    <a:pt x="0" y="2519680"/>
                  </a:cubicBezTo>
                  <a:cubicBezTo>
                    <a:pt x="0" y="3911600"/>
                    <a:pt x="1127760" y="5039360"/>
                    <a:pt x="2519680" y="5039360"/>
                  </a:cubicBezTo>
                  <a:cubicBezTo>
                    <a:pt x="3911600" y="5039360"/>
                    <a:pt x="5039360" y="3911600"/>
                    <a:pt x="5039360" y="2519680"/>
                  </a:cubicBezTo>
                  <a:cubicBezTo>
                    <a:pt x="5039360" y="1127760"/>
                    <a:pt x="3911600" y="0"/>
                    <a:pt x="2519680" y="0"/>
                  </a:cubicBezTo>
                  <a:close/>
                </a:path>
              </a:pathLst>
            </a:custGeom>
            <a:grpFill/>
          </p:spPr>
        </p:sp>
        <p:sp>
          <p:nvSpPr>
            <p:cNvPr id="22" name="Freeform 5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3670" y="0"/>
                    <a:pt x="0" y="1424940"/>
                    <a:pt x="0" y="3175000"/>
                  </a:cubicBezTo>
                  <a:cubicBezTo>
                    <a:pt x="0" y="4925060"/>
                    <a:pt x="1423670" y="6350000"/>
                    <a:pt x="3175000" y="6350000"/>
                  </a:cubicBezTo>
                  <a:cubicBezTo>
                    <a:pt x="4925060" y="6350000"/>
                    <a:pt x="6350000" y="4926330"/>
                    <a:pt x="6350000" y="3175000"/>
                  </a:cubicBezTo>
                  <a:cubicBezTo>
                    <a:pt x="6350000" y="1424940"/>
                    <a:pt x="4926330" y="0"/>
                    <a:pt x="3175000" y="0"/>
                  </a:cubicBezTo>
                  <a:close/>
                  <a:moveTo>
                    <a:pt x="3175000" y="5833110"/>
                  </a:moveTo>
                  <a:cubicBezTo>
                    <a:pt x="1709420" y="5833110"/>
                    <a:pt x="516890" y="4640580"/>
                    <a:pt x="516890" y="3175000"/>
                  </a:cubicBezTo>
                  <a:cubicBezTo>
                    <a:pt x="516890" y="1709420"/>
                    <a:pt x="1709420" y="516890"/>
                    <a:pt x="3175000" y="516890"/>
                  </a:cubicBezTo>
                  <a:cubicBezTo>
                    <a:pt x="4640580" y="516890"/>
                    <a:pt x="5833110" y="1709420"/>
                    <a:pt x="5833110" y="3175000"/>
                  </a:cubicBezTo>
                  <a:cubicBezTo>
                    <a:pt x="5833110" y="4640580"/>
                    <a:pt x="4640580" y="5833110"/>
                    <a:pt x="3175000" y="5833110"/>
                  </a:cubicBezTo>
                  <a:close/>
                </a:path>
              </a:pathLst>
            </a:custGeom>
            <a:grpFill/>
          </p:spPr>
        </p:sp>
      </p:grpSp>
      <p:pic>
        <p:nvPicPr>
          <p:cNvPr id="23" name="Picture 22">
            <a:extLst>
              <a:ext uri="{FF2B5EF4-FFF2-40B4-BE49-F238E27FC236}">
                <a16:creationId xmlns:a16="http://schemas.microsoft.com/office/drawing/2014/main" id="{F3784996-CD1B-E1FB-4F1A-9954AC71403D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524000" cy="131299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2"/>
          <p:cNvSpPr txBox="1"/>
          <p:nvPr/>
        </p:nvSpPr>
        <p:spPr>
          <a:xfrm>
            <a:off x="4953000" y="522242"/>
            <a:ext cx="8534400" cy="13407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080"/>
              </a:lnSpc>
              <a:spcBef>
                <a:spcPct val="0"/>
              </a:spcBef>
            </a:pPr>
            <a:r>
              <a:rPr lang="en-US" sz="9600" b="1" dirty="0">
                <a:solidFill>
                  <a:srgbClr val="0E4D8C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Main Modules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981161" y="4505080"/>
            <a:ext cx="429183" cy="5474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80"/>
              </a:lnSpc>
              <a:spcBef>
                <a:spcPct val="0"/>
              </a:spcBef>
            </a:pPr>
            <a:r>
              <a:rPr lang="en-US" sz="3200" b="1">
                <a:solidFill>
                  <a:srgbClr val="FFFFFF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02</a:t>
            </a:r>
          </a:p>
        </p:txBody>
      </p:sp>
      <p:sp>
        <p:nvSpPr>
          <p:cNvPr id="22" name="Freeform 22"/>
          <p:cNvSpPr/>
          <p:nvPr/>
        </p:nvSpPr>
        <p:spPr>
          <a:xfrm flipH="1">
            <a:off x="0" y="0"/>
            <a:ext cx="1615477" cy="2005671"/>
          </a:xfrm>
          <a:custGeom>
            <a:avLst/>
            <a:gdLst/>
            <a:ahLst/>
            <a:cxnLst/>
            <a:rect l="l" t="t" r="r" b="b"/>
            <a:pathLst>
              <a:path w="1615477" h="2005671">
                <a:moveTo>
                  <a:pt x="1615477" y="0"/>
                </a:moveTo>
                <a:lnTo>
                  <a:pt x="0" y="0"/>
                </a:lnTo>
                <a:lnTo>
                  <a:pt x="0" y="2005671"/>
                </a:lnTo>
                <a:lnTo>
                  <a:pt x="1615477" y="2005671"/>
                </a:lnTo>
                <a:lnTo>
                  <a:pt x="161547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3" name="Freeform 23"/>
          <p:cNvSpPr/>
          <p:nvPr/>
        </p:nvSpPr>
        <p:spPr>
          <a:xfrm>
            <a:off x="16671206" y="25864"/>
            <a:ext cx="1615477" cy="2005671"/>
          </a:xfrm>
          <a:custGeom>
            <a:avLst/>
            <a:gdLst/>
            <a:ahLst/>
            <a:cxnLst/>
            <a:rect l="l" t="t" r="r" b="b"/>
            <a:pathLst>
              <a:path w="1615477" h="2005671">
                <a:moveTo>
                  <a:pt x="0" y="0"/>
                </a:moveTo>
                <a:lnTo>
                  <a:pt x="1615477" y="0"/>
                </a:lnTo>
                <a:lnTo>
                  <a:pt x="1615477" y="2005672"/>
                </a:lnTo>
                <a:lnTo>
                  <a:pt x="0" y="20056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4" name="Freeform 24"/>
          <p:cNvSpPr/>
          <p:nvPr/>
        </p:nvSpPr>
        <p:spPr>
          <a:xfrm>
            <a:off x="0" y="7822757"/>
            <a:ext cx="2464243" cy="2464243"/>
          </a:xfrm>
          <a:custGeom>
            <a:avLst/>
            <a:gdLst/>
            <a:ahLst/>
            <a:cxnLst/>
            <a:rect l="l" t="t" r="r" b="b"/>
            <a:pathLst>
              <a:path w="2464243" h="2464243">
                <a:moveTo>
                  <a:pt x="0" y="0"/>
                </a:moveTo>
                <a:lnTo>
                  <a:pt x="2464243" y="0"/>
                </a:lnTo>
                <a:lnTo>
                  <a:pt x="2464243" y="2464243"/>
                </a:lnTo>
                <a:lnTo>
                  <a:pt x="0" y="246424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25" name="Freeform 25"/>
          <p:cNvSpPr/>
          <p:nvPr/>
        </p:nvSpPr>
        <p:spPr>
          <a:xfrm flipH="1">
            <a:off x="15823757" y="7822757"/>
            <a:ext cx="2464243" cy="2464243"/>
          </a:xfrm>
          <a:custGeom>
            <a:avLst/>
            <a:gdLst/>
            <a:ahLst/>
            <a:cxnLst/>
            <a:rect l="l" t="t" r="r" b="b"/>
            <a:pathLst>
              <a:path w="2464243" h="2464243">
                <a:moveTo>
                  <a:pt x="2464243" y="0"/>
                </a:moveTo>
                <a:lnTo>
                  <a:pt x="0" y="0"/>
                </a:lnTo>
                <a:lnTo>
                  <a:pt x="0" y="2464243"/>
                </a:lnTo>
                <a:lnTo>
                  <a:pt x="2464243" y="2464243"/>
                </a:lnTo>
                <a:lnTo>
                  <a:pt x="2464243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26" name="Date Placeholder 25">
            <a:extLst>
              <a:ext uri="{FF2B5EF4-FFF2-40B4-BE49-F238E27FC236}">
                <a16:creationId xmlns:a16="http://schemas.microsoft.com/office/drawing/2014/main" id="{26C79943-25E6-8F25-19B6-FBA35762BB8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8677" y="9609543"/>
            <a:ext cx="2133600" cy="365125"/>
          </a:xfrm>
        </p:spPr>
        <p:txBody>
          <a:bodyPr/>
          <a:lstStyle/>
          <a:p>
            <a:pPr algn="ctr"/>
            <a:fld id="{4F638DEA-274A-4476-95DF-6F65D5EB5118}" type="datetime1">
              <a:rPr lang="en-US" sz="2800" b="1" smtClean="0">
                <a:solidFill>
                  <a:schemeClr val="tx1"/>
                </a:solidFill>
              </a:rPr>
              <a:pPr algn="ctr"/>
              <a:t>6/12/2026</a:t>
            </a:fld>
            <a:endParaRPr lang="en-US" sz="2800" b="1" dirty="0">
              <a:solidFill>
                <a:schemeClr val="tx1"/>
              </a:solidFill>
            </a:endParaRPr>
          </a:p>
        </p:txBody>
      </p:sp>
      <p:sp>
        <p:nvSpPr>
          <p:cNvPr id="27" name="Footer Placeholder 26">
            <a:extLst>
              <a:ext uri="{FF2B5EF4-FFF2-40B4-BE49-F238E27FC236}">
                <a16:creationId xmlns:a16="http://schemas.microsoft.com/office/drawing/2014/main" id="{B62C25D5-554B-51D7-5DF6-C4C13DD118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711948" y="9609543"/>
            <a:ext cx="2895600" cy="365125"/>
          </a:xfrm>
        </p:spPr>
        <p:txBody>
          <a:bodyPr/>
          <a:lstStyle/>
          <a:p>
            <a:r>
              <a:rPr lang="en-US" dirty="0"/>
              <a:t> </a:t>
            </a: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Hospital Management System </a:t>
            </a:r>
          </a:p>
        </p:txBody>
      </p:sp>
      <p:sp>
        <p:nvSpPr>
          <p:cNvPr id="28" name="Slide Number Placeholder 27">
            <a:extLst>
              <a:ext uri="{FF2B5EF4-FFF2-40B4-BE49-F238E27FC236}">
                <a16:creationId xmlns:a16="http://schemas.microsoft.com/office/drawing/2014/main" id="{AED3980A-4998-6CCD-5E4C-92B652D2DB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703710" y="9609543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3200" b="1" smtClean="0">
                <a:solidFill>
                  <a:schemeClr val="tx1"/>
                </a:solidFill>
              </a:rPr>
              <a:pPr/>
              <a:t>6</a:t>
            </a:fld>
            <a:endParaRPr lang="en-US" sz="3200" b="1" dirty="0">
              <a:solidFill>
                <a:schemeClr val="tx1"/>
              </a:solidFill>
            </a:endParaRP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FEB675F5-BC9D-E4D6-C9D2-B0E6A75CF9F4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524000" cy="1312998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8D336B6F-3749-B11B-8294-FE5F9CCC0C7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000" y="2659164"/>
            <a:ext cx="16763999" cy="6218136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EBED3CEC-AC5E-6BDE-3BC5-6DE04847AF8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4926" y="5182240"/>
            <a:ext cx="701101" cy="731583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4F8954C8-5E3E-7131-64A3-77EFD993E31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94449" y="5182240"/>
            <a:ext cx="701101" cy="73158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59" b="-9259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345257" y="2297675"/>
            <a:ext cx="7366033" cy="6351025"/>
            <a:chOff x="0" y="0"/>
            <a:chExt cx="1940025" cy="126773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940025" cy="1267734"/>
            </a:xfrm>
            <a:custGeom>
              <a:avLst/>
              <a:gdLst/>
              <a:ahLst/>
              <a:cxnLst/>
              <a:rect l="l" t="t" r="r" b="b"/>
              <a:pathLst>
                <a:path w="1940025" h="1267734">
                  <a:moveTo>
                    <a:pt x="0" y="0"/>
                  </a:moveTo>
                  <a:lnTo>
                    <a:pt x="1940025" y="0"/>
                  </a:lnTo>
                  <a:lnTo>
                    <a:pt x="1940025" y="1267734"/>
                  </a:lnTo>
                  <a:lnTo>
                    <a:pt x="0" y="1267734"/>
                  </a:lnTo>
                  <a:close/>
                </a:path>
              </a:pathLst>
            </a:custGeom>
            <a:ln w="38100" cap="sq">
              <a:solidFill>
                <a:srgbClr val="0E4D8C"/>
              </a:solidFill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940025" cy="130583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323059" y="2297675"/>
            <a:ext cx="7366033" cy="6120786"/>
            <a:chOff x="0" y="0"/>
            <a:chExt cx="1940025" cy="126773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940025" cy="1267734"/>
            </a:xfrm>
            <a:custGeom>
              <a:avLst/>
              <a:gdLst/>
              <a:ahLst/>
              <a:cxnLst/>
              <a:rect l="l" t="t" r="r" b="b"/>
              <a:pathLst>
                <a:path w="1940025" h="1267734">
                  <a:moveTo>
                    <a:pt x="0" y="0"/>
                  </a:moveTo>
                  <a:lnTo>
                    <a:pt x="1940025" y="0"/>
                  </a:lnTo>
                  <a:lnTo>
                    <a:pt x="1940025" y="1267734"/>
                  </a:lnTo>
                  <a:lnTo>
                    <a:pt x="0" y="1267734"/>
                  </a:lnTo>
                  <a:close/>
                </a:path>
              </a:pathLst>
            </a:custGeom>
            <a:ln w="38100" cap="sq">
              <a:solidFill>
                <a:srgbClr val="0E4D8C"/>
              </a:solidFill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940025" cy="130583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922829" y="2795506"/>
            <a:ext cx="869364" cy="869364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E4D8C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4343400" y="522242"/>
            <a:ext cx="9296400" cy="130997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080"/>
              </a:lnSpc>
              <a:spcBef>
                <a:spcPct val="0"/>
              </a:spcBef>
            </a:pPr>
            <a:r>
              <a:rPr lang="en-US" sz="8800" b="1" dirty="0">
                <a:solidFill>
                  <a:srgbClr val="0E4D8C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Input &amp; Output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9812823" y="3004213"/>
            <a:ext cx="869364" cy="869364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E4D8C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3130544" y="2916462"/>
            <a:ext cx="2425712" cy="6020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80"/>
              </a:lnSpc>
              <a:spcBef>
                <a:spcPct val="0"/>
              </a:spcBef>
            </a:pPr>
            <a:r>
              <a:rPr lang="en-US" sz="4400" b="1" dirty="0">
                <a:solidFill>
                  <a:srgbClr val="0E4D8C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Input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947798" y="3090122"/>
            <a:ext cx="2920566" cy="6020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80"/>
              </a:lnSpc>
              <a:spcBef>
                <a:spcPct val="0"/>
              </a:spcBef>
            </a:pPr>
            <a:r>
              <a:rPr lang="en-US" sz="4400" b="1" dirty="0">
                <a:solidFill>
                  <a:srgbClr val="0E4D8C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Output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127578" y="2895116"/>
            <a:ext cx="429183" cy="5559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480"/>
              </a:lnSpc>
              <a:spcBef>
                <a:spcPct val="0"/>
              </a:spcBef>
            </a:pPr>
            <a:r>
              <a:rPr lang="en-US" sz="3200" b="1" dirty="0">
                <a:solidFill>
                  <a:srgbClr val="FFFFFF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01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997661" y="3117463"/>
            <a:ext cx="429183" cy="5474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80"/>
              </a:lnSpc>
              <a:spcBef>
                <a:spcPct val="0"/>
              </a:spcBef>
            </a:pPr>
            <a:r>
              <a:rPr lang="en-US" sz="3200" b="1" dirty="0">
                <a:solidFill>
                  <a:srgbClr val="FFFFFF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02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816005" y="3932463"/>
            <a:ext cx="4880195" cy="40857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 algn="just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3600" b="1" dirty="0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Patient ID</a:t>
            </a:r>
          </a:p>
          <a:p>
            <a:pPr marL="342900" indent="-342900" algn="just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3600" b="1" dirty="0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Patient Name</a:t>
            </a:r>
          </a:p>
          <a:p>
            <a:pPr marL="342900" indent="-342900" algn="just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3600" b="1" dirty="0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Age &amp; Gender</a:t>
            </a:r>
          </a:p>
          <a:p>
            <a:pPr marL="342900" indent="-342900" algn="just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3600" b="1" dirty="0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Doctor Information</a:t>
            </a:r>
          </a:p>
          <a:p>
            <a:pPr marL="342900" indent="-342900" algn="just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3600" b="1" dirty="0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Appointment Date</a:t>
            </a:r>
          </a:p>
        </p:txBody>
      </p:sp>
      <p:sp>
        <p:nvSpPr>
          <p:cNvPr id="22" name="Freeform 22"/>
          <p:cNvSpPr/>
          <p:nvPr/>
        </p:nvSpPr>
        <p:spPr>
          <a:xfrm flipH="1">
            <a:off x="0" y="0"/>
            <a:ext cx="1615477" cy="2005671"/>
          </a:xfrm>
          <a:custGeom>
            <a:avLst/>
            <a:gdLst/>
            <a:ahLst/>
            <a:cxnLst/>
            <a:rect l="l" t="t" r="r" b="b"/>
            <a:pathLst>
              <a:path w="1615477" h="2005671">
                <a:moveTo>
                  <a:pt x="1615477" y="0"/>
                </a:moveTo>
                <a:lnTo>
                  <a:pt x="0" y="0"/>
                </a:lnTo>
                <a:lnTo>
                  <a:pt x="0" y="2005671"/>
                </a:lnTo>
                <a:lnTo>
                  <a:pt x="1615477" y="2005671"/>
                </a:lnTo>
                <a:lnTo>
                  <a:pt x="1615477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23" name="Freeform 23"/>
          <p:cNvSpPr/>
          <p:nvPr/>
        </p:nvSpPr>
        <p:spPr>
          <a:xfrm>
            <a:off x="16671206" y="25864"/>
            <a:ext cx="1615477" cy="2005671"/>
          </a:xfrm>
          <a:custGeom>
            <a:avLst/>
            <a:gdLst/>
            <a:ahLst/>
            <a:cxnLst/>
            <a:rect l="l" t="t" r="r" b="b"/>
            <a:pathLst>
              <a:path w="1615477" h="2005671">
                <a:moveTo>
                  <a:pt x="0" y="0"/>
                </a:moveTo>
                <a:lnTo>
                  <a:pt x="1615477" y="0"/>
                </a:lnTo>
                <a:lnTo>
                  <a:pt x="1615477" y="2005672"/>
                </a:lnTo>
                <a:lnTo>
                  <a:pt x="0" y="200567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24" name="Freeform 24"/>
          <p:cNvSpPr/>
          <p:nvPr/>
        </p:nvSpPr>
        <p:spPr>
          <a:xfrm>
            <a:off x="0" y="7822757"/>
            <a:ext cx="2464243" cy="2464243"/>
          </a:xfrm>
          <a:custGeom>
            <a:avLst/>
            <a:gdLst/>
            <a:ahLst/>
            <a:cxnLst/>
            <a:rect l="l" t="t" r="r" b="b"/>
            <a:pathLst>
              <a:path w="2464243" h="2464243">
                <a:moveTo>
                  <a:pt x="0" y="0"/>
                </a:moveTo>
                <a:lnTo>
                  <a:pt x="2464243" y="0"/>
                </a:lnTo>
                <a:lnTo>
                  <a:pt x="2464243" y="2464243"/>
                </a:lnTo>
                <a:lnTo>
                  <a:pt x="0" y="246424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25" name="Freeform 25"/>
          <p:cNvSpPr/>
          <p:nvPr/>
        </p:nvSpPr>
        <p:spPr>
          <a:xfrm flipH="1">
            <a:off x="15823757" y="7822757"/>
            <a:ext cx="2464243" cy="2464243"/>
          </a:xfrm>
          <a:custGeom>
            <a:avLst/>
            <a:gdLst/>
            <a:ahLst/>
            <a:cxnLst/>
            <a:rect l="l" t="t" r="r" b="b"/>
            <a:pathLst>
              <a:path w="2464243" h="2464243">
                <a:moveTo>
                  <a:pt x="2464243" y="0"/>
                </a:moveTo>
                <a:lnTo>
                  <a:pt x="0" y="0"/>
                </a:lnTo>
                <a:lnTo>
                  <a:pt x="0" y="2464243"/>
                </a:lnTo>
                <a:lnTo>
                  <a:pt x="2464243" y="2464243"/>
                </a:lnTo>
                <a:lnTo>
                  <a:pt x="2464243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26" name="Date Placeholder 25">
            <a:extLst>
              <a:ext uri="{FF2B5EF4-FFF2-40B4-BE49-F238E27FC236}">
                <a16:creationId xmlns:a16="http://schemas.microsoft.com/office/drawing/2014/main" id="{26C79943-25E6-8F25-19B6-FBA35762BB8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0690" y="9595256"/>
            <a:ext cx="2133600" cy="365125"/>
          </a:xfrm>
        </p:spPr>
        <p:txBody>
          <a:bodyPr/>
          <a:lstStyle/>
          <a:p>
            <a:pPr algn="ctr"/>
            <a:fld id="{0F410A3A-E6A9-4A4A-9E36-78460EF1514E}" type="datetime1">
              <a:rPr lang="en-US" sz="2800" b="1" smtClean="0">
                <a:solidFill>
                  <a:schemeClr val="tx1"/>
                </a:solidFill>
              </a:rPr>
              <a:pPr algn="ctr"/>
              <a:t>6/12/2026</a:t>
            </a:fld>
            <a:endParaRPr lang="en-US" sz="2800" b="1" dirty="0">
              <a:solidFill>
                <a:schemeClr val="tx1"/>
              </a:solidFill>
            </a:endParaRPr>
          </a:p>
        </p:txBody>
      </p:sp>
      <p:sp>
        <p:nvSpPr>
          <p:cNvPr id="27" name="Footer Placeholder 26">
            <a:extLst>
              <a:ext uri="{FF2B5EF4-FFF2-40B4-BE49-F238E27FC236}">
                <a16:creationId xmlns:a16="http://schemas.microsoft.com/office/drawing/2014/main" id="{B62C25D5-554B-51D7-5DF6-C4C13DD118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956677" y="9601651"/>
            <a:ext cx="2895600" cy="365125"/>
          </a:xfrm>
        </p:spPr>
        <p:txBody>
          <a:bodyPr/>
          <a:lstStyle/>
          <a:p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Hospital Management System </a:t>
            </a:r>
          </a:p>
        </p:txBody>
      </p:sp>
      <p:sp>
        <p:nvSpPr>
          <p:cNvPr id="28" name="Slide Number Placeholder 27">
            <a:extLst>
              <a:ext uri="{FF2B5EF4-FFF2-40B4-BE49-F238E27FC236}">
                <a16:creationId xmlns:a16="http://schemas.microsoft.com/office/drawing/2014/main" id="{AED3980A-4998-6CCD-5E4C-92B652D2DB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703710" y="9601651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3200" b="1" smtClean="0">
                <a:solidFill>
                  <a:schemeClr val="tx1"/>
                </a:solidFill>
              </a:rPr>
              <a:pPr/>
              <a:t>7</a:t>
            </a:fld>
            <a:endParaRPr lang="en-US" sz="3200" b="1" dirty="0">
              <a:solidFill>
                <a:schemeClr val="tx1"/>
              </a:solidFill>
            </a:endParaRP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4DBD791B-6E1C-D6B7-5440-E7133C891DBA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524000" cy="1312998"/>
          </a:xfrm>
          <a:prstGeom prst="rect">
            <a:avLst/>
          </a:prstGeom>
        </p:spPr>
      </p:pic>
      <p:sp>
        <p:nvSpPr>
          <p:cNvPr id="30" name="Rectangle 29">
            <a:extLst>
              <a:ext uri="{FF2B5EF4-FFF2-40B4-BE49-F238E27FC236}">
                <a16:creationId xmlns:a16="http://schemas.microsoft.com/office/drawing/2014/main" id="{3D3FF338-6C50-6A78-2EF5-A7EA003A9AD3}"/>
              </a:ext>
            </a:extLst>
          </p:cNvPr>
          <p:cNvSpPr/>
          <p:nvPr/>
        </p:nvSpPr>
        <p:spPr>
          <a:xfrm>
            <a:off x="1941304" y="4032824"/>
            <a:ext cx="779809" cy="712514"/>
          </a:xfrm>
          <a:prstGeom prst="rect">
            <a:avLst/>
          </a:prstGeom>
          <a:blipFill dpi="0" rotWithShape="1"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20">
            <a:extLst>
              <a:ext uri="{FF2B5EF4-FFF2-40B4-BE49-F238E27FC236}">
                <a16:creationId xmlns:a16="http://schemas.microsoft.com/office/drawing/2014/main" id="{8E74F4C9-2D3E-41C0-9131-DC4741BB4233}"/>
              </a:ext>
            </a:extLst>
          </p:cNvPr>
          <p:cNvSpPr txBox="1"/>
          <p:nvPr/>
        </p:nvSpPr>
        <p:spPr>
          <a:xfrm>
            <a:off x="10974742" y="4213811"/>
            <a:ext cx="4880195" cy="32547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 algn="just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3600" b="1" dirty="0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Patient Details</a:t>
            </a:r>
          </a:p>
          <a:p>
            <a:pPr marL="342900" indent="-342900" algn="just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3600" b="1" dirty="0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Doctor Details</a:t>
            </a:r>
          </a:p>
          <a:p>
            <a:pPr marL="342900" indent="-342900" algn="just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3600" b="1" dirty="0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Appointment Status</a:t>
            </a:r>
          </a:p>
          <a:p>
            <a:pPr marL="342900" indent="-342900" algn="just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3600" b="1" dirty="0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Medical Records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393D3F44-5B2F-75A3-859C-EE5CF0EC2A12}"/>
              </a:ext>
            </a:extLst>
          </p:cNvPr>
          <p:cNvSpPr/>
          <p:nvPr/>
        </p:nvSpPr>
        <p:spPr>
          <a:xfrm>
            <a:off x="1925173" y="4881810"/>
            <a:ext cx="779809" cy="712514"/>
          </a:xfrm>
          <a:prstGeom prst="rect">
            <a:avLst/>
          </a:prstGeom>
          <a:blipFill dpi="0" rotWithShape="1"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F6CA94A1-3C2F-2155-3A46-932F52E57181}"/>
              </a:ext>
            </a:extLst>
          </p:cNvPr>
          <p:cNvSpPr/>
          <p:nvPr/>
        </p:nvSpPr>
        <p:spPr>
          <a:xfrm>
            <a:off x="1922828" y="5688428"/>
            <a:ext cx="779809" cy="712514"/>
          </a:xfrm>
          <a:prstGeom prst="rect">
            <a:avLst/>
          </a:prstGeom>
          <a:blipFill dpi="0" rotWithShape="1"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0CC6F1A4-C162-B406-AFDE-0D6402D7DBEC}"/>
              </a:ext>
            </a:extLst>
          </p:cNvPr>
          <p:cNvSpPr/>
          <p:nvPr/>
        </p:nvSpPr>
        <p:spPr>
          <a:xfrm>
            <a:off x="1938058" y="6530035"/>
            <a:ext cx="779809" cy="712514"/>
          </a:xfrm>
          <a:prstGeom prst="rect">
            <a:avLst/>
          </a:prstGeom>
          <a:blipFill dpi="0" rotWithShape="1"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E1BEF0A4-665A-27C4-0220-CE80C7A13BB1}"/>
              </a:ext>
            </a:extLst>
          </p:cNvPr>
          <p:cNvSpPr/>
          <p:nvPr/>
        </p:nvSpPr>
        <p:spPr>
          <a:xfrm>
            <a:off x="1952264" y="7366823"/>
            <a:ext cx="779809" cy="712514"/>
          </a:xfrm>
          <a:prstGeom prst="rect">
            <a:avLst/>
          </a:prstGeom>
          <a:blipFill dpi="0" rotWithShape="1"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C7AE36B2-7DAD-72B3-44D1-6727ED1C33B8}"/>
              </a:ext>
            </a:extLst>
          </p:cNvPr>
          <p:cNvSpPr/>
          <p:nvPr/>
        </p:nvSpPr>
        <p:spPr>
          <a:xfrm>
            <a:off x="10072468" y="4292998"/>
            <a:ext cx="779809" cy="712514"/>
          </a:xfrm>
          <a:prstGeom prst="rect">
            <a:avLst/>
          </a:prstGeom>
          <a:blipFill dpi="0" rotWithShape="1"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15E97236-A95F-651D-C661-D547BFCEB412}"/>
              </a:ext>
            </a:extLst>
          </p:cNvPr>
          <p:cNvSpPr/>
          <p:nvPr/>
        </p:nvSpPr>
        <p:spPr>
          <a:xfrm>
            <a:off x="10133700" y="6932854"/>
            <a:ext cx="779809" cy="712514"/>
          </a:xfrm>
          <a:prstGeom prst="rect">
            <a:avLst/>
          </a:prstGeom>
          <a:blipFill dpi="0" rotWithShape="1"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BA782E53-7B47-0789-851F-FED02012868C}"/>
              </a:ext>
            </a:extLst>
          </p:cNvPr>
          <p:cNvSpPr/>
          <p:nvPr/>
        </p:nvSpPr>
        <p:spPr>
          <a:xfrm>
            <a:off x="10076390" y="6057167"/>
            <a:ext cx="779809" cy="712514"/>
          </a:xfrm>
          <a:prstGeom prst="rect">
            <a:avLst/>
          </a:prstGeom>
          <a:blipFill dpi="0" rotWithShape="1"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FE6AB1C9-2480-07B5-0818-8464370A13EA}"/>
              </a:ext>
            </a:extLst>
          </p:cNvPr>
          <p:cNvSpPr/>
          <p:nvPr/>
        </p:nvSpPr>
        <p:spPr>
          <a:xfrm>
            <a:off x="10072468" y="5181799"/>
            <a:ext cx="779809" cy="712514"/>
          </a:xfrm>
          <a:prstGeom prst="rect">
            <a:avLst/>
          </a:prstGeom>
          <a:blipFill dpi="0" rotWithShape="1"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38817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/>
          <p:cNvSpPr txBox="1"/>
          <p:nvPr/>
        </p:nvSpPr>
        <p:spPr>
          <a:xfrm>
            <a:off x="4267200" y="571500"/>
            <a:ext cx="10439400" cy="130997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080"/>
              </a:lnSpc>
              <a:spcBef>
                <a:spcPct val="0"/>
              </a:spcBef>
            </a:pPr>
            <a:r>
              <a:rPr lang="en-US" sz="8800" b="1" dirty="0">
                <a:solidFill>
                  <a:srgbClr val="0E4D8C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OOP Concepts Used</a:t>
            </a:r>
          </a:p>
        </p:txBody>
      </p:sp>
      <p:sp>
        <p:nvSpPr>
          <p:cNvPr id="21" name="Freeform 21"/>
          <p:cNvSpPr/>
          <p:nvPr/>
        </p:nvSpPr>
        <p:spPr>
          <a:xfrm>
            <a:off x="12494" y="0"/>
            <a:ext cx="2032411" cy="2032411"/>
          </a:xfrm>
          <a:custGeom>
            <a:avLst/>
            <a:gdLst/>
            <a:ahLst/>
            <a:cxnLst/>
            <a:rect l="l" t="t" r="r" b="b"/>
            <a:pathLst>
              <a:path w="2032411" h="2032411">
                <a:moveTo>
                  <a:pt x="0" y="0"/>
                </a:moveTo>
                <a:lnTo>
                  <a:pt x="2032412" y="0"/>
                </a:lnTo>
                <a:lnTo>
                  <a:pt x="2032412" y="2032411"/>
                </a:lnTo>
                <a:lnTo>
                  <a:pt x="0" y="203241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2" name="Freeform 22"/>
          <p:cNvSpPr/>
          <p:nvPr/>
        </p:nvSpPr>
        <p:spPr>
          <a:xfrm flipH="1" flipV="1">
            <a:off x="16243094" y="8242094"/>
            <a:ext cx="2032411" cy="2032411"/>
          </a:xfrm>
          <a:custGeom>
            <a:avLst/>
            <a:gdLst/>
            <a:ahLst/>
            <a:cxnLst/>
            <a:rect l="l" t="t" r="r" b="b"/>
            <a:pathLst>
              <a:path w="2032411" h="2032411">
                <a:moveTo>
                  <a:pt x="2032412" y="2032412"/>
                </a:moveTo>
                <a:lnTo>
                  <a:pt x="0" y="2032412"/>
                </a:lnTo>
                <a:lnTo>
                  <a:pt x="0" y="0"/>
                </a:lnTo>
                <a:lnTo>
                  <a:pt x="2032412" y="0"/>
                </a:lnTo>
                <a:lnTo>
                  <a:pt x="2032412" y="2032412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3" name="Freeform 23"/>
          <p:cNvSpPr/>
          <p:nvPr/>
        </p:nvSpPr>
        <p:spPr>
          <a:xfrm>
            <a:off x="16781020" y="6571266"/>
            <a:ext cx="1494485" cy="1741456"/>
          </a:xfrm>
          <a:custGeom>
            <a:avLst/>
            <a:gdLst/>
            <a:ahLst/>
            <a:cxnLst/>
            <a:rect l="l" t="t" r="r" b="b"/>
            <a:pathLst>
              <a:path w="1494485" h="1741456">
                <a:moveTo>
                  <a:pt x="0" y="0"/>
                </a:moveTo>
                <a:lnTo>
                  <a:pt x="1494485" y="0"/>
                </a:lnTo>
                <a:lnTo>
                  <a:pt x="1494485" y="1741456"/>
                </a:lnTo>
                <a:lnTo>
                  <a:pt x="0" y="174145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24" name="Freeform 24"/>
          <p:cNvSpPr/>
          <p:nvPr/>
        </p:nvSpPr>
        <p:spPr>
          <a:xfrm>
            <a:off x="0" y="2242327"/>
            <a:ext cx="1494485" cy="1741456"/>
          </a:xfrm>
          <a:custGeom>
            <a:avLst/>
            <a:gdLst/>
            <a:ahLst/>
            <a:cxnLst/>
            <a:rect l="l" t="t" r="r" b="b"/>
            <a:pathLst>
              <a:path w="1494485" h="1741456">
                <a:moveTo>
                  <a:pt x="0" y="0"/>
                </a:moveTo>
                <a:lnTo>
                  <a:pt x="1494486" y="0"/>
                </a:lnTo>
                <a:lnTo>
                  <a:pt x="1494486" y="1741455"/>
                </a:lnTo>
                <a:lnTo>
                  <a:pt x="0" y="174145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25" name="Date Placeholder 24">
            <a:extLst>
              <a:ext uri="{FF2B5EF4-FFF2-40B4-BE49-F238E27FC236}">
                <a16:creationId xmlns:a16="http://schemas.microsoft.com/office/drawing/2014/main" id="{84B751A7-0F11-6C0B-21A6-EE3D9F35D22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9575800"/>
            <a:ext cx="2133600" cy="365125"/>
          </a:xfrm>
        </p:spPr>
        <p:txBody>
          <a:bodyPr/>
          <a:lstStyle/>
          <a:p>
            <a:pPr algn="ctr"/>
            <a:fld id="{F312984B-719C-4E4C-B726-1D8C2B4DE0EF}" type="datetime1">
              <a:rPr lang="en-US" sz="2800" b="1" smtClean="0">
                <a:solidFill>
                  <a:schemeClr val="tx1"/>
                </a:solidFill>
              </a:rPr>
              <a:pPr algn="ctr"/>
              <a:t>6/12/2026</a:t>
            </a:fld>
            <a:endParaRPr lang="en-US" sz="2800" b="1" dirty="0">
              <a:solidFill>
                <a:schemeClr val="tx1"/>
              </a:solidFill>
            </a:endParaRPr>
          </a:p>
        </p:txBody>
      </p:sp>
      <p:sp>
        <p:nvSpPr>
          <p:cNvPr id="26" name="Footer Placeholder 25">
            <a:extLst>
              <a:ext uri="{FF2B5EF4-FFF2-40B4-BE49-F238E27FC236}">
                <a16:creationId xmlns:a16="http://schemas.microsoft.com/office/drawing/2014/main" id="{2C38C388-EB84-D3D2-05D6-BC0F842012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620000" y="9575800"/>
            <a:ext cx="2895600" cy="365125"/>
          </a:xfrm>
        </p:spPr>
        <p:txBody>
          <a:bodyPr/>
          <a:lstStyle/>
          <a:p>
            <a:r>
              <a:rPr lang="en-US" dirty="0"/>
              <a:t> </a:t>
            </a: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Hospital Management System </a:t>
            </a:r>
          </a:p>
        </p:txBody>
      </p:sp>
      <p:sp>
        <p:nvSpPr>
          <p:cNvPr id="27" name="Slide Number Placeholder 26">
            <a:extLst>
              <a:ext uri="{FF2B5EF4-FFF2-40B4-BE49-F238E27FC236}">
                <a16:creationId xmlns:a16="http://schemas.microsoft.com/office/drawing/2014/main" id="{89D3700A-4A7A-259B-1BB7-4BC813EE5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702902" y="9563099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3200" b="1" smtClean="0">
                <a:solidFill>
                  <a:schemeClr val="tx1"/>
                </a:solidFill>
              </a:rPr>
              <a:pPr/>
              <a:t>8</a:t>
            </a:fld>
            <a:endParaRPr lang="en-US" sz="3200" b="1" dirty="0">
              <a:solidFill>
                <a:schemeClr val="tx1"/>
              </a:solidFill>
            </a:endParaRP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434BB2C6-F62D-F346-11A0-908452F2280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922" y="1974277"/>
            <a:ext cx="17413580" cy="7437885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58C6F102-9E6D-150B-469D-3039BD51F219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524000" cy="131299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/>
          <p:cNvSpPr txBox="1"/>
          <p:nvPr/>
        </p:nvSpPr>
        <p:spPr>
          <a:xfrm>
            <a:off x="4889352" y="518908"/>
            <a:ext cx="8945720" cy="130997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080"/>
              </a:lnSpc>
              <a:spcBef>
                <a:spcPct val="0"/>
              </a:spcBef>
            </a:pPr>
            <a:r>
              <a:rPr lang="en-US" sz="8800" b="1" dirty="0">
                <a:solidFill>
                  <a:srgbClr val="0E4D8C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System Workflow</a:t>
            </a:r>
          </a:p>
        </p:txBody>
      </p:sp>
      <p:sp>
        <p:nvSpPr>
          <p:cNvPr id="15" name="Freeform 15"/>
          <p:cNvSpPr/>
          <p:nvPr/>
        </p:nvSpPr>
        <p:spPr>
          <a:xfrm flipH="1">
            <a:off x="0" y="0"/>
            <a:ext cx="1615477" cy="2005671"/>
          </a:xfrm>
          <a:custGeom>
            <a:avLst/>
            <a:gdLst/>
            <a:ahLst/>
            <a:cxnLst/>
            <a:rect l="l" t="t" r="r" b="b"/>
            <a:pathLst>
              <a:path w="1615477" h="2005671">
                <a:moveTo>
                  <a:pt x="1615477" y="0"/>
                </a:moveTo>
                <a:lnTo>
                  <a:pt x="0" y="0"/>
                </a:lnTo>
                <a:lnTo>
                  <a:pt x="0" y="2005671"/>
                </a:lnTo>
                <a:lnTo>
                  <a:pt x="1615477" y="2005671"/>
                </a:lnTo>
                <a:lnTo>
                  <a:pt x="161547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16671206" y="25864"/>
            <a:ext cx="1615477" cy="2005671"/>
          </a:xfrm>
          <a:custGeom>
            <a:avLst/>
            <a:gdLst/>
            <a:ahLst/>
            <a:cxnLst/>
            <a:rect l="l" t="t" r="r" b="b"/>
            <a:pathLst>
              <a:path w="1615477" h="2005671">
                <a:moveTo>
                  <a:pt x="0" y="0"/>
                </a:moveTo>
                <a:lnTo>
                  <a:pt x="1615477" y="0"/>
                </a:lnTo>
                <a:lnTo>
                  <a:pt x="1615477" y="2005672"/>
                </a:lnTo>
                <a:lnTo>
                  <a:pt x="0" y="20056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0" y="7822757"/>
            <a:ext cx="2464243" cy="2464243"/>
          </a:xfrm>
          <a:custGeom>
            <a:avLst/>
            <a:gdLst/>
            <a:ahLst/>
            <a:cxnLst/>
            <a:rect l="l" t="t" r="r" b="b"/>
            <a:pathLst>
              <a:path w="2464243" h="2464243">
                <a:moveTo>
                  <a:pt x="0" y="0"/>
                </a:moveTo>
                <a:lnTo>
                  <a:pt x="2464243" y="0"/>
                </a:lnTo>
                <a:lnTo>
                  <a:pt x="2464243" y="2464243"/>
                </a:lnTo>
                <a:lnTo>
                  <a:pt x="0" y="246424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 flipH="1">
            <a:off x="15823757" y="7822757"/>
            <a:ext cx="2464243" cy="2464243"/>
          </a:xfrm>
          <a:custGeom>
            <a:avLst/>
            <a:gdLst/>
            <a:ahLst/>
            <a:cxnLst/>
            <a:rect l="l" t="t" r="r" b="b"/>
            <a:pathLst>
              <a:path w="2464243" h="2464243">
                <a:moveTo>
                  <a:pt x="2464243" y="0"/>
                </a:moveTo>
                <a:lnTo>
                  <a:pt x="0" y="0"/>
                </a:lnTo>
                <a:lnTo>
                  <a:pt x="0" y="2464243"/>
                </a:lnTo>
                <a:lnTo>
                  <a:pt x="2464243" y="2464243"/>
                </a:lnTo>
                <a:lnTo>
                  <a:pt x="2464243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9" name="Date Placeholder 18">
            <a:extLst>
              <a:ext uri="{FF2B5EF4-FFF2-40B4-BE49-F238E27FC236}">
                <a16:creationId xmlns:a16="http://schemas.microsoft.com/office/drawing/2014/main" id="{7C1B37CA-A779-4A70-E43E-F34B98FE21C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0168" y="9657154"/>
            <a:ext cx="2133600" cy="365125"/>
          </a:xfrm>
        </p:spPr>
        <p:txBody>
          <a:bodyPr/>
          <a:lstStyle/>
          <a:p>
            <a:pPr algn="ctr"/>
            <a:fld id="{926664CC-9299-4065-AD88-3FB93B9BD07A}" type="datetime1">
              <a:rPr lang="en-US" sz="2800" b="1" smtClean="0">
                <a:solidFill>
                  <a:schemeClr val="tx1"/>
                </a:solidFill>
              </a:rPr>
              <a:pPr algn="ctr"/>
              <a:t>6/12/2026</a:t>
            </a:fld>
            <a:endParaRPr lang="en-US" sz="2800" b="1" dirty="0">
              <a:solidFill>
                <a:schemeClr val="tx1"/>
              </a:solidFill>
            </a:endParaRPr>
          </a:p>
        </p:txBody>
      </p:sp>
      <p:sp>
        <p:nvSpPr>
          <p:cNvPr id="20" name="Footer Placeholder 19">
            <a:extLst>
              <a:ext uri="{FF2B5EF4-FFF2-40B4-BE49-F238E27FC236}">
                <a16:creationId xmlns:a16="http://schemas.microsoft.com/office/drawing/2014/main" id="{E84A7D20-44FC-C7D7-736C-ECCA7E8DB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914412" y="9657153"/>
            <a:ext cx="2895600" cy="365125"/>
          </a:xfrm>
        </p:spPr>
        <p:txBody>
          <a:bodyPr/>
          <a:lstStyle/>
          <a:p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Hospital Management System </a:t>
            </a:r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D47CB802-A794-411C-AF4B-BDCCD32E37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833282" y="9657152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3200" b="1" smtClean="0">
                <a:solidFill>
                  <a:schemeClr val="tx1"/>
                </a:solidFill>
              </a:rPr>
              <a:pPr/>
              <a:t>9</a:t>
            </a:fld>
            <a:endParaRPr lang="en-US" sz="3200" b="1" dirty="0">
              <a:solidFill>
                <a:schemeClr val="tx1"/>
              </a:solidFill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5CEE3431-97AB-9F32-A3E4-F817A7717C4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662974"/>
            <a:ext cx="16840199" cy="6138125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12FF389C-0DB6-4D78-F576-CD3922919B79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524000" cy="131299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 rot="-10800000" flipV="1">
            <a:off x="17022" y="7186095"/>
            <a:ext cx="3196910" cy="3144597"/>
          </a:xfrm>
          <a:custGeom>
            <a:avLst/>
            <a:gdLst/>
            <a:ahLst/>
            <a:cxnLst/>
            <a:rect l="l" t="t" r="r" b="b"/>
            <a:pathLst>
              <a:path w="3196910" h="3144597">
                <a:moveTo>
                  <a:pt x="0" y="3144598"/>
                </a:moveTo>
                <a:lnTo>
                  <a:pt x="3196910" y="3144598"/>
                </a:lnTo>
                <a:lnTo>
                  <a:pt x="3196910" y="0"/>
                </a:lnTo>
                <a:lnTo>
                  <a:pt x="0" y="0"/>
                </a:lnTo>
                <a:lnTo>
                  <a:pt x="0" y="3144598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5334000" y="674444"/>
            <a:ext cx="7854539" cy="13407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080"/>
              </a:lnSpc>
              <a:spcBef>
                <a:spcPct val="0"/>
              </a:spcBef>
            </a:pPr>
            <a:r>
              <a:rPr lang="en-US" sz="9600" b="1" dirty="0">
                <a:solidFill>
                  <a:srgbClr val="0E4D8C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ADVANTAGES</a:t>
            </a:r>
          </a:p>
        </p:txBody>
      </p:sp>
      <p:sp>
        <p:nvSpPr>
          <p:cNvPr id="19" name="Freeform 19"/>
          <p:cNvSpPr/>
          <p:nvPr/>
        </p:nvSpPr>
        <p:spPr>
          <a:xfrm flipH="1">
            <a:off x="0" y="0"/>
            <a:ext cx="1615477" cy="2005671"/>
          </a:xfrm>
          <a:custGeom>
            <a:avLst/>
            <a:gdLst/>
            <a:ahLst/>
            <a:cxnLst/>
            <a:rect l="l" t="t" r="r" b="b"/>
            <a:pathLst>
              <a:path w="1615477" h="2005671">
                <a:moveTo>
                  <a:pt x="1615477" y="0"/>
                </a:moveTo>
                <a:lnTo>
                  <a:pt x="0" y="0"/>
                </a:lnTo>
                <a:lnTo>
                  <a:pt x="0" y="2005671"/>
                </a:lnTo>
                <a:lnTo>
                  <a:pt x="1615477" y="2005671"/>
                </a:lnTo>
                <a:lnTo>
                  <a:pt x="1615477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>
            <a:off x="16672523" y="8255464"/>
            <a:ext cx="1615477" cy="2005671"/>
          </a:xfrm>
          <a:custGeom>
            <a:avLst/>
            <a:gdLst/>
            <a:ahLst/>
            <a:cxnLst/>
            <a:rect l="l" t="t" r="r" b="b"/>
            <a:pathLst>
              <a:path w="1615477" h="2005671">
                <a:moveTo>
                  <a:pt x="0" y="0"/>
                </a:moveTo>
                <a:lnTo>
                  <a:pt x="1615477" y="0"/>
                </a:lnTo>
                <a:lnTo>
                  <a:pt x="1615477" y="2005672"/>
                </a:lnTo>
                <a:lnTo>
                  <a:pt x="0" y="200567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21" name="Freeform 21"/>
          <p:cNvSpPr/>
          <p:nvPr/>
        </p:nvSpPr>
        <p:spPr>
          <a:xfrm rot="-10800000">
            <a:off x="15841735" y="0"/>
            <a:ext cx="2446265" cy="2406235"/>
          </a:xfrm>
          <a:custGeom>
            <a:avLst/>
            <a:gdLst/>
            <a:ahLst/>
            <a:cxnLst/>
            <a:rect l="l" t="t" r="r" b="b"/>
            <a:pathLst>
              <a:path w="2446265" h="2406235">
                <a:moveTo>
                  <a:pt x="0" y="0"/>
                </a:moveTo>
                <a:lnTo>
                  <a:pt x="2446265" y="0"/>
                </a:lnTo>
                <a:lnTo>
                  <a:pt x="2446265" y="2406235"/>
                </a:lnTo>
                <a:lnTo>
                  <a:pt x="0" y="24062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2" name="Date Placeholder 21">
            <a:extLst>
              <a:ext uri="{FF2B5EF4-FFF2-40B4-BE49-F238E27FC236}">
                <a16:creationId xmlns:a16="http://schemas.microsoft.com/office/drawing/2014/main" id="{2E55CF6D-0FD2-C549-3F62-060D5155EE6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27461" y="9563100"/>
            <a:ext cx="2133600" cy="365125"/>
          </a:xfrm>
        </p:spPr>
        <p:txBody>
          <a:bodyPr/>
          <a:lstStyle/>
          <a:p>
            <a:pPr algn="ctr"/>
            <a:fld id="{FA4195A5-6F85-449D-8F84-38C6CEDE7193}" type="datetime1">
              <a:rPr lang="en-US" sz="2800" b="1" smtClean="0">
                <a:solidFill>
                  <a:schemeClr val="tx1"/>
                </a:solidFill>
              </a:rPr>
              <a:pPr algn="ctr"/>
              <a:t>6/12/2026</a:t>
            </a:fld>
            <a:endParaRPr lang="en-US" sz="2800" b="1" dirty="0">
              <a:solidFill>
                <a:schemeClr val="tx1"/>
              </a:solidFill>
            </a:endParaRPr>
          </a:p>
        </p:txBody>
      </p:sp>
      <p:sp>
        <p:nvSpPr>
          <p:cNvPr id="23" name="Footer Placeholder 22">
            <a:extLst>
              <a:ext uri="{FF2B5EF4-FFF2-40B4-BE49-F238E27FC236}">
                <a16:creationId xmlns:a16="http://schemas.microsoft.com/office/drawing/2014/main" id="{192C1297-CBFE-0137-B713-6A53B9E543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59216" y="9584256"/>
            <a:ext cx="2895600" cy="365125"/>
          </a:xfrm>
        </p:spPr>
        <p:txBody>
          <a:bodyPr/>
          <a:lstStyle/>
          <a:p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Hospital Management System </a:t>
            </a:r>
          </a:p>
        </p:txBody>
      </p:sp>
      <p:sp>
        <p:nvSpPr>
          <p:cNvPr id="24" name="Slide Number Placeholder 23">
            <a:extLst>
              <a:ext uri="{FF2B5EF4-FFF2-40B4-BE49-F238E27FC236}">
                <a16:creationId xmlns:a16="http://schemas.microsoft.com/office/drawing/2014/main" id="{DFE64C57-1330-CF75-1800-7D59099DAE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781050" y="9702127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3200" b="1" smtClean="0">
                <a:solidFill>
                  <a:schemeClr val="tx1"/>
                </a:solidFill>
              </a:rPr>
              <a:pPr/>
              <a:t>10</a:t>
            </a:fld>
            <a:endParaRPr lang="en-US" sz="3200" b="1" dirty="0">
              <a:solidFill>
                <a:schemeClr val="tx1"/>
              </a:solidFill>
            </a:endParaRP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9B64AE54-36D3-8E85-355B-9FC4B60B625E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524000" cy="1312998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CFFC8C9B-1929-A903-7F08-90DFCA1438B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5477" y="2247900"/>
            <a:ext cx="14954437" cy="678112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5334000" y="671981"/>
            <a:ext cx="7467600" cy="13407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080"/>
              </a:lnSpc>
              <a:spcBef>
                <a:spcPct val="0"/>
              </a:spcBef>
            </a:pPr>
            <a:r>
              <a:rPr lang="en-US" sz="9600" b="1" dirty="0">
                <a:solidFill>
                  <a:srgbClr val="0E4D8C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Future Scope</a:t>
            </a:r>
          </a:p>
        </p:txBody>
      </p:sp>
      <p:sp>
        <p:nvSpPr>
          <p:cNvPr id="5" name="Freeform 5"/>
          <p:cNvSpPr/>
          <p:nvPr/>
        </p:nvSpPr>
        <p:spPr>
          <a:xfrm rot="-5400000" flipV="1">
            <a:off x="504179" y="6857865"/>
            <a:ext cx="2924955" cy="3933314"/>
          </a:xfrm>
          <a:custGeom>
            <a:avLst/>
            <a:gdLst/>
            <a:ahLst/>
            <a:cxnLst/>
            <a:rect l="l" t="t" r="r" b="b"/>
            <a:pathLst>
              <a:path w="2924955" h="3933314">
                <a:moveTo>
                  <a:pt x="0" y="3933314"/>
                </a:moveTo>
                <a:lnTo>
                  <a:pt x="2924956" y="3933314"/>
                </a:lnTo>
                <a:lnTo>
                  <a:pt x="2924956" y="0"/>
                </a:lnTo>
                <a:lnTo>
                  <a:pt x="0" y="0"/>
                </a:lnTo>
                <a:lnTo>
                  <a:pt x="0" y="3933314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028700" y="7232559"/>
            <a:ext cx="1334515" cy="1555049"/>
          </a:xfrm>
          <a:custGeom>
            <a:avLst/>
            <a:gdLst/>
            <a:ahLst/>
            <a:cxnLst/>
            <a:rect l="l" t="t" r="r" b="b"/>
            <a:pathLst>
              <a:path w="1334515" h="1555049">
                <a:moveTo>
                  <a:pt x="0" y="0"/>
                </a:moveTo>
                <a:lnTo>
                  <a:pt x="1334515" y="0"/>
                </a:lnTo>
                <a:lnTo>
                  <a:pt x="1334515" y="1555049"/>
                </a:lnTo>
                <a:lnTo>
                  <a:pt x="0" y="155504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6671206" y="25864"/>
            <a:ext cx="1615477" cy="2005671"/>
          </a:xfrm>
          <a:custGeom>
            <a:avLst/>
            <a:gdLst/>
            <a:ahLst/>
            <a:cxnLst/>
            <a:rect l="l" t="t" r="r" b="b"/>
            <a:pathLst>
              <a:path w="1615477" h="2005671">
                <a:moveTo>
                  <a:pt x="0" y="0"/>
                </a:moveTo>
                <a:lnTo>
                  <a:pt x="1615477" y="0"/>
                </a:lnTo>
                <a:lnTo>
                  <a:pt x="1615477" y="2005672"/>
                </a:lnTo>
                <a:lnTo>
                  <a:pt x="0" y="200567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-10800000" flipV="1">
            <a:off x="15840418" y="7905244"/>
            <a:ext cx="2446265" cy="2406235"/>
          </a:xfrm>
          <a:custGeom>
            <a:avLst/>
            <a:gdLst/>
            <a:ahLst/>
            <a:cxnLst/>
            <a:rect l="l" t="t" r="r" b="b"/>
            <a:pathLst>
              <a:path w="2446265" h="2406235">
                <a:moveTo>
                  <a:pt x="0" y="2406235"/>
                </a:moveTo>
                <a:lnTo>
                  <a:pt x="2446264" y="2406235"/>
                </a:lnTo>
                <a:lnTo>
                  <a:pt x="2446264" y="0"/>
                </a:lnTo>
                <a:lnTo>
                  <a:pt x="0" y="0"/>
                </a:lnTo>
                <a:lnTo>
                  <a:pt x="0" y="2406235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-10800000">
            <a:off x="-83050" y="-24478"/>
            <a:ext cx="2446265" cy="2406235"/>
          </a:xfrm>
          <a:custGeom>
            <a:avLst/>
            <a:gdLst/>
            <a:ahLst/>
            <a:cxnLst/>
            <a:rect l="l" t="t" r="r" b="b"/>
            <a:pathLst>
              <a:path w="2446265" h="2406235">
                <a:moveTo>
                  <a:pt x="0" y="0"/>
                </a:moveTo>
                <a:lnTo>
                  <a:pt x="2446265" y="0"/>
                </a:lnTo>
                <a:lnTo>
                  <a:pt x="2446265" y="2406235"/>
                </a:lnTo>
                <a:lnTo>
                  <a:pt x="0" y="240623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1396BB1E-166A-0193-F7AD-BCA0AB704E3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9561238"/>
            <a:ext cx="2133600" cy="365125"/>
          </a:xfrm>
        </p:spPr>
        <p:txBody>
          <a:bodyPr/>
          <a:lstStyle/>
          <a:p>
            <a:pPr algn="ctr"/>
            <a:fld id="{C809A678-54D1-4ABF-A234-8F3CA7D31044}" type="datetime1">
              <a:rPr lang="en-US" sz="2800" b="1" smtClean="0">
                <a:solidFill>
                  <a:schemeClr val="tx1"/>
                </a:solidFill>
              </a:rPr>
              <a:pPr algn="ctr"/>
              <a:t>6/12/2026</a:t>
            </a:fld>
            <a:endParaRPr lang="en-US" sz="2800" b="1" dirty="0">
              <a:solidFill>
                <a:schemeClr val="tx1"/>
              </a:solidFill>
            </a:endParaRP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C695CA02-931D-F48B-A0E8-122DC78816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01000" y="9561238"/>
            <a:ext cx="2895600" cy="365125"/>
          </a:xfrm>
        </p:spPr>
        <p:txBody>
          <a:bodyPr/>
          <a:lstStyle/>
          <a:p>
            <a:r>
              <a:rPr lang="en-US" dirty="0"/>
              <a:t> </a:t>
            </a: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Hospital Management System 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69B688FE-8DEA-8E3A-FD6C-22A4A6E661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383444" y="9561237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3200" b="1" smtClean="0">
                <a:solidFill>
                  <a:schemeClr val="tx1"/>
                </a:solidFill>
              </a:rPr>
              <a:pPr/>
              <a:t>11</a:t>
            </a:fld>
            <a:endParaRPr lang="en-US" sz="3200" b="1" dirty="0">
              <a:solidFill>
                <a:schemeClr val="tx1"/>
              </a:solidFill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CF60700-F31F-F860-C291-8338CC1E5EE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2896" y="2723023"/>
            <a:ext cx="15153504" cy="631119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CA172ADB-3992-ECAF-36CF-6AA44A6E6F22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524000" cy="131299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59" b="-9259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5657537" y="554761"/>
            <a:ext cx="6400799" cy="13407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080"/>
              </a:lnSpc>
              <a:spcBef>
                <a:spcPct val="0"/>
              </a:spcBef>
            </a:pPr>
            <a:r>
              <a:rPr lang="en-US" sz="9600" b="1" dirty="0">
                <a:solidFill>
                  <a:srgbClr val="0E4D8C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Conclusion</a:t>
            </a:r>
          </a:p>
        </p:txBody>
      </p:sp>
      <p:sp>
        <p:nvSpPr>
          <p:cNvPr id="6" name="Freeform 6"/>
          <p:cNvSpPr/>
          <p:nvPr/>
        </p:nvSpPr>
        <p:spPr>
          <a:xfrm>
            <a:off x="0" y="7822757"/>
            <a:ext cx="2464243" cy="2464243"/>
          </a:xfrm>
          <a:custGeom>
            <a:avLst/>
            <a:gdLst/>
            <a:ahLst/>
            <a:cxnLst/>
            <a:rect l="l" t="t" r="r" b="b"/>
            <a:pathLst>
              <a:path w="2464243" h="2464243">
                <a:moveTo>
                  <a:pt x="0" y="0"/>
                </a:moveTo>
                <a:lnTo>
                  <a:pt x="2464243" y="0"/>
                </a:lnTo>
                <a:lnTo>
                  <a:pt x="2464243" y="2464243"/>
                </a:lnTo>
                <a:lnTo>
                  <a:pt x="0" y="246424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H="1" flipV="1">
            <a:off x="15823757" y="15852"/>
            <a:ext cx="2464243" cy="2464243"/>
          </a:xfrm>
          <a:custGeom>
            <a:avLst/>
            <a:gdLst/>
            <a:ahLst/>
            <a:cxnLst/>
            <a:rect l="l" t="t" r="r" b="b"/>
            <a:pathLst>
              <a:path w="2464243" h="2464243">
                <a:moveTo>
                  <a:pt x="2464243" y="2464243"/>
                </a:moveTo>
                <a:lnTo>
                  <a:pt x="0" y="2464243"/>
                </a:lnTo>
                <a:lnTo>
                  <a:pt x="0" y="0"/>
                </a:lnTo>
                <a:lnTo>
                  <a:pt x="2464243" y="0"/>
                </a:lnTo>
                <a:lnTo>
                  <a:pt x="2464243" y="2464243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flipH="1">
            <a:off x="0" y="0"/>
            <a:ext cx="1615477" cy="2005671"/>
          </a:xfrm>
          <a:custGeom>
            <a:avLst/>
            <a:gdLst/>
            <a:ahLst/>
            <a:cxnLst/>
            <a:rect l="l" t="t" r="r" b="b"/>
            <a:pathLst>
              <a:path w="1615477" h="2005671">
                <a:moveTo>
                  <a:pt x="1615477" y="0"/>
                </a:moveTo>
                <a:lnTo>
                  <a:pt x="0" y="0"/>
                </a:lnTo>
                <a:lnTo>
                  <a:pt x="0" y="2005671"/>
                </a:lnTo>
                <a:lnTo>
                  <a:pt x="1615477" y="2005671"/>
                </a:lnTo>
                <a:lnTo>
                  <a:pt x="1615477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6672523" y="8281329"/>
            <a:ext cx="1615477" cy="2005671"/>
          </a:xfrm>
          <a:custGeom>
            <a:avLst/>
            <a:gdLst/>
            <a:ahLst/>
            <a:cxnLst/>
            <a:rect l="l" t="t" r="r" b="b"/>
            <a:pathLst>
              <a:path w="1615477" h="2005671">
                <a:moveTo>
                  <a:pt x="0" y="0"/>
                </a:moveTo>
                <a:lnTo>
                  <a:pt x="1615477" y="0"/>
                </a:lnTo>
                <a:lnTo>
                  <a:pt x="1615477" y="2005671"/>
                </a:lnTo>
                <a:lnTo>
                  <a:pt x="0" y="200567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4489242" y="-777524"/>
            <a:ext cx="1334515" cy="1555049"/>
          </a:xfrm>
          <a:custGeom>
            <a:avLst/>
            <a:gdLst/>
            <a:ahLst/>
            <a:cxnLst/>
            <a:rect l="l" t="t" r="r" b="b"/>
            <a:pathLst>
              <a:path w="1334515" h="1555049">
                <a:moveTo>
                  <a:pt x="0" y="0"/>
                </a:moveTo>
                <a:lnTo>
                  <a:pt x="1334515" y="0"/>
                </a:lnTo>
                <a:lnTo>
                  <a:pt x="1334515" y="1555048"/>
                </a:lnTo>
                <a:lnTo>
                  <a:pt x="0" y="155504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2598591" y="9509476"/>
            <a:ext cx="1334515" cy="1555049"/>
          </a:xfrm>
          <a:custGeom>
            <a:avLst/>
            <a:gdLst/>
            <a:ahLst/>
            <a:cxnLst/>
            <a:rect l="l" t="t" r="r" b="b"/>
            <a:pathLst>
              <a:path w="1334515" h="1555049">
                <a:moveTo>
                  <a:pt x="0" y="0"/>
                </a:moveTo>
                <a:lnTo>
                  <a:pt x="1334514" y="0"/>
                </a:lnTo>
                <a:lnTo>
                  <a:pt x="1334514" y="1555048"/>
                </a:lnTo>
                <a:lnTo>
                  <a:pt x="0" y="155504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19B10FDF-16E1-AA85-EB04-E255122740C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8677" y="9641522"/>
            <a:ext cx="2133600" cy="365125"/>
          </a:xfrm>
        </p:spPr>
        <p:txBody>
          <a:bodyPr/>
          <a:lstStyle/>
          <a:p>
            <a:pPr algn="ctr"/>
            <a:fld id="{D52F847B-67EB-419A-A577-68552ECF1E37}" type="datetime1">
              <a:rPr lang="en-US" sz="2800" b="1" smtClean="0">
                <a:solidFill>
                  <a:schemeClr val="tx1"/>
                </a:solidFill>
              </a:rPr>
              <a:pPr algn="ctr"/>
              <a:t>6/12/2026</a:t>
            </a:fld>
            <a:endParaRPr lang="en-US" sz="2800" b="1" dirty="0">
              <a:solidFill>
                <a:schemeClr val="tx1"/>
              </a:solidFill>
            </a:endParaRPr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96F55033-0739-1EA0-5309-399B1D4AB0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901770" y="9682797"/>
            <a:ext cx="2895600" cy="365125"/>
          </a:xfrm>
        </p:spPr>
        <p:txBody>
          <a:bodyPr/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Hospital Management System 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9814974E-F9E0-975B-8EFC-362833DD0B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651309" y="9635357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3200" b="1" smtClean="0">
                <a:solidFill>
                  <a:schemeClr val="tx1"/>
                </a:solidFill>
              </a:rPr>
              <a:pPr/>
              <a:t>12</a:t>
            </a:fld>
            <a:endParaRPr lang="en-US" sz="3200" b="1" dirty="0">
              <a:solidFill>
                <a:schemeClr val="tx1"/>
              </a:solidFill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BF1D601-312A-9154-F4F1-3481F5B0A74A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524000" cy="1312998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9158AF48-89A9-1B57-7977-D8336DD55C8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225" y="2154378"/>
            <a:ext cx="16211550" cy="688744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59" b="-9259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5715000" y="630634"/>
            <a:ext cx="7121426" cy="13407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080"/>
              </a:lnSpc>
              <a:spcBef>
                <a:spcPct val="0"/>
              </a:spcBef>
            </a:pPr>
            <a:r>
              <a:rPr lang="en-US" sz="9600" b="1" dirty="0">
                <a:solidFill>
                  <a:srgbClr val="0E4D8C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References</a:t>
            </a:r>
          </a:p>
        </p:txBody>
      </p:sp>
      <p:sp>
        <p:nvSpPr>
          <p:cNvPr id="7" name="Freeform 7"/>
          <p:cNvSpPr/>
          <p:nvPr/>
        </p:nvSpPr>
        <p:spPr>
          <a:xfrm rot="-5400000" flipV="1">
            <a:off x="504179" y="6857865"/>
            <a:ext cx="2924955" cy="3933314"/>
          </a:xfrm>
          <a:custGeom>
            <a:avLst/>
            <a:gdLst/>
            <a:ahLst/>
            <a:cxnLst/>
            <a:rect l="l" t="t" r="r" b="b"/>
            <a:pathLst>
              <a:path w="2924955" h="3933314">
                <a:moveTo>
                  <a:pt x="0" y="3933314"/>
                </a:moveTo>
                <a:lnTo>
                  <a:pt x="2924956" y="3933314"/>
                </a:lnTo>
                <a:lnTo>
                  <a:pt x="2924956" y="0"/>
                </a:lnTo>
                <a:lnTo>
                  <a:pt x="0" y="0"/>
                </a:lnTo>
                <a:lnTo>
                  <a:pt x="0" y="3933314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6671206" y="25864"/>
            <a:ext cx="1615477" cy="2005671"/>
          </a:xfrm>
          <a:custGeom>
            <a:avLst/>
            <a:gdLst/>
            <a:ahLst/>
            <a:cxnLst/>
            <a:rect l="l" t="t" r="r" b="b"/>
            <a:pathLst>
              <a:path w="1615477" h="2005671">
                <a:moveTo>
                  <a:pt x="0" y="0"/>
                </a:moveTo>
                <a:lnTo>
                  <a:pt x="1615477" y="0"/>
                </a:lnTo>
                <a:lnTo>
                  <a:pt x="1615477" y="2005672"/>
                </a:lnTo>
                <a:lnTo>
                  <a:pt x="0" y="200567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-10800000" flipV="1">
            <a:off x="15840418" y="7911391"/>
            <a:ext cx="2446265" cy="2406235"/>
          </a:xfrm>
          <a:custGeom>
            <a:avLst/>
            <a:gdLst/>
            <a:ahLst/>
            <a:cxnLst/>
            <a:rect l="l" t="t" r="r" b="b"/>
            <a:pathLst>
              <a:path w="2446265" h="2406235">
                <a:moveTo>
                  <a:pt x="0" y="2406235"/>
                </a:moveTo>
                <a:lnTo>
                  <a:pt x="2446264" y="2406235"/>
                </a:lnTo>
                <a:lnTo>
                  <a:pt x="2446264" y="0"/>
                </a:lnTo>
                <a:lnTo>
                  <a:pt x="0" y="0"/>
                </a:lnTo>
                <a:lnTo>
                  <a:pt x="0" y="2406235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 rot="-10800000">
            <a:off x="-1" y="-11669"/>
            <a:ext cx="2446265" cy="2406235"/>
          </a:xfrm>
          <a:custGeom>
            <a:avLst/>
            <a:gdLst/>
            <a:ahLst/>
            <a:cxnLst/>
            <a:rect l="l" t="t" r="r" b="b"/>
            <a:pathLst>
              <a:path w="2446265" h="2406235">
                <a:moveTo>
                  <a:pt x="0" y="0"/>
                </a:moveTo>
                <a:lnTo>
                  <a:pt x="2446265" y="0"/>
                </a:lnTo>
                <a:lnTo>
                  <a:pt x="2446265" y="2406235"/>
                </a:lnTo>
                <a:lnTo>
                  <a:pt x="0" y="240623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0C97A633-DB12-87BA-14F4-F2462320CAA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6477" y="9639300"/>
            <a:ext cx="2133600" cy="365125"/>
          </a:xfrm>
        </p:spPr>
        <p:txBody>
          <a:bodyPr/>
          <a:lstStyle/>
          <a:p>
            <a:pPr algn="ctr"/>
            <a:fld id="{130F7631-EED4-4922-881E-B39EF8CBC91B}" type="datetime1">
              <a:rPr lang="en-US" sz="2800" b="1" smtClean="0">
                <a:solidFill>
                  <a:schemeClr val="tx1"/>
                </a:solidFill>
              </a:rPr>
              <a:pPr algn="ctr"/>
              <a:t>6/12/2026</a:t>
            </a:fld>
            <a:endParaRPr lang="en-US" sz="2800" b="1" dirty="0">
              <a:solidFill>
                <a:schemeClr val="tx1"/>
              </a:solidFill>
            </a:endParaRP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0D6B4110-A110-4081-279A-0E53B78C2F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239000" y="9639299"/>
            <a:ext cx="2895600" cy="365125"/>
          </a:xfrm>
        </p:spPr>
        <p:txBody>
          <a:bodyPr/>
          <a:lstStyle/>
          <a:p>
            <a:r>
              <a:rPr lang="en-US" dirty="0"/>
              <a:t> </a:t>
            </a: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Hospital Management System 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0B6642F5-FF7C-0BDD-4C34-E438A0B8A2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784585" y="9639299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3200" b="1" smtClean="0">
                <a:solidFill>
                  <a:schemeClr val="tx1"/>
                </a:solidFill>
              </a:rPr>
              <a:pPr/>
              <a:t>13</a:t>
            </a:fld>
            <a:endParaRPr lang="en-US" sz="3200" b="1" dirty="0">
              <a:solidFill>
                <a:schemeClr val="tx1"/>
              </a:solidFill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A401B786-E73E-75E6-33E4-6B1611857A03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524000" cy="1312998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D990A9B3-56BD-9613-F064-F32C8542412D}"/>
              </a:ext>
            </a:extLst>
          </p:cNvPr>
          <p:cNvSpPr txBox="1"/>
          <p:nvPr/>
        </p:nvSpPr>
        <p:spPr>
          <a:xfrm>
            <a:off x="1237419" y="2190340"/>
            <a:ext cx="15132123" cy="69865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800" dirty="0"/>
              <a:t>1. Herbert </a:t>
            </a:r>
            <a:r>
              <a:rPr lang="en-US" sz="2800" dirty="0" err="1"/>
              <a:t>Schildt</a:t>
            </a:r>
            <a:r>
              <a:rPr lang="en-US" sz="2800" dirty="0"/>
              <a:t>, Java: The Complete Reference, 12th Edition, McGraw-Hill Education, 2021.</a:t>
            </a:r>
          </a:p>
          <a:p>
            <a:pPr algn="just"/>
            <a:r>
              <a:rPr lang="en-US" sz="2800" dirty="0"/>
              <a:t>    * Chapter 6: Classes and Objects</a:t>
            </a:r>
          </a:p>
          <a:p>
            <a:pPr algn="just"/>
            <a:r>
              <a:rPr lang="en-US" sz="2800" dirty="0"/>
              <a:t>    * Chapter 8: Inheritance</a:t>
            </a:r>
          </a:p>
          <a:p>
            <a:pPr algn="just"/>
            <a:r>
              <a:rPr lang="en-US" sz="2800" dirty="0"/>
              <a:t>    * Chapter 9: Packages and Interfaces</a:t>
            </a:r>
          </a:p>
          <a:p>
            <a:pPr algn="just"/>
            <a:r>
              <a:rPr lang="en-US" sz="2800" dirty="0"/>
              <a:t>2. Cay S. </a:t>
            </a:r>
            <a:r>
              <a:rPr lang="en-US" sz="2800" dirty="0" err="1"/>
              <a:t>Horstmann</a:t>
            </a:r>
            <a:r>
              <a:rPr lang="en-US" sz="2800" dirty="0"/>
              <a:t>, Core Java Volume I – Fundamentals, 12th Edition, Pearson, 2021.</a:t>
            </a:r>
          </a:p>
          <a:p>
            <a:pPr algn="just"/>
            <a:r>
              <a:rPr lang="en-US" sz="2800" dirty="0"/>
              <a:t>    * Chapter 4: Objects and Classes</a:t>
            </a:r>
          </a:p>
          <a:p>
            <a:pPr algn="just"/>
            <a:r>
              <a:rPr lang="en-US" sz="2800" dirty="0"/>
              <a:t>    * Chapter 5: Inheritance</a:t>
            </a:r>
          </a:p>
          <a:p>
            <a:pPr algn="just"/>
            <a:r>
              <a:rPr lang="en-US" sz="2800" dirty="0"/>
              <a:t>    * Chapter 6: Interfaces and Lambda Expressions</a:t>
            </a:r>
          </a:p>
          <a:p>
            <a:pPr algn="just"/>
            <a:r>
              <a:rPr lang="en-US" sz="2800" dirty="0"/>
              <a:t>3. E. </a:t>
            </a:r>
            <a:r>
              <a:rPr lang="en-US" sz="2800" dirty="0" err="1"/>
              <a:t>Balagurusamy</a:t>
            </a:r>
            <a:r>
              <a:rPr lang="en-US" sz="2800" dirty="0"/>
              <a:t>, Programming with Java, McGraw-Hill Education.</a:t>
            </a:r>
          </a:p>
          <a:p>
            <a:pPr algn="just"/>
            <a:r>
              <a:rPr lang="en-US" sz="2800" dirty="0"/>
              <a:t>    * OOP Concepts Section</a:t>
            </a:r>
          </a:p>
          <a:p>
            <a:pPr algn="just"/>
            <a:r>
              <a:rPr lang="en-US" sz="2800" dirty="0"/>
              <a:t>    * Java Classes and Objects Section</a:t>
            </a:r>
          </a:p>
          <a:p>
            <a:pPr algn="just"/>
            <a:endParaRPr lang="en-US" sz="2800" dirty="0"/>
          </a:p>
          <a:p>
            <a:pPr algn="just"/>
            <a:r>
              <a:rPr lang="en-US" sz="2800" dirty="0"/>
              <a:t>Online Resources</a:t>
            </a:r>
          </a:p>
          <a:p>
            <a:pPr algn="just"/>
            <a:endParaRPr lang="en-US" sz="2800" dirty="0"/>
          </a:p>
          <a:p>
            <a:pPr algn="just"/>
            <a:r>
              <a:rPr lang="en-US" sz="2800" dirty="0"/>
              <a:t>* Oracle Java Documentation⁠￼</a:t>
            </a:r>
          </a:p>
          <a:p>
            <a:pPr algn="just"/>
            <a:r>
              <a:rPr lang="en-US" sz="2800" dirty="0"/>
              <a:t>* W3Schools Java Tutorial⁠￼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 rot="-5400000">
            <a:off x="14641519" y="-34580"/>
            <a:ext cx="3764454" cy="3702854"/>
          </a:xfrm>
          <a:custGeom>
            <a:avLst/>
            <a:gdLst/>
            <a:ahLst/>
            <a:cxnLst/>
            <a:rect l="l" t="t" r="r" b="b"/>
            <a:pathLst>
              <a:path w="3764454" h="3702854">
                <a:moveTo>
                  <a:pt x="0" y="0"/>
                </a:moveTo>
                <a:lnTo>
                  <a:pt x="3764455" y="0"/>
                </a:lnTo>
                <a:lnTo>
                  <a:pt x="3764455" y="3702855"/>
                </a:lnTo>
                <a:lnTo>
                  <a:pt x="0" y="370285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>
            <a:off x="13442938" y="3771636"/>
            <a:ext cx="4845062" cy="6515364"/>
          </a:xfrm>
          <a:custGeom>
            <a:avLst/>
            <a:gdLst/>
            <a:ahLst/>
            <a:cxnLst/>
            <a:rect l="l" t="t" r="r" b="b"/>
            <a:pathLst>
              <a:path w="4845062" h="6515364">
                <a:moveTo>
                  <a:pt x="4845062" y="0"/>
                </a:moveTo>
                <a:lnTo>
                  <a:pt x="0" y="0"/>
                </a:lnTo>
                <a:lnTo>
                  <a:pt x="0" y="6515364"/>
                </a:lnTo>
                <a:lnTo>
                  <a:pt x="4845062" y="6515364"/>
                </a:lnTo>
                <a:lnTo>
                  <a:pt x="4845062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4502592" y="7250362"/>
            <a:ext cx="1494485" cy="1741456"/>
          </a:xfrm>
          <a:custGeom>
            <a:avLst/>
            <a:gdLst/>
            <a:ahLst/>
            <a:cxnLst/>
            <a:rect l="l" t="t" r="r" b="b"/>
            <a:pathLst>
              <a:path w="1494485" h="1741456">
                <a:moveTo>
                  <a:pt x="0" y="0"/>
                </a:moveTo>
                <a:lnTo>
                  <a:pt x="1494485" y="0"/>
                </a:lnTo>
                <a:lnTo>
                  <a:pt x="1494485" y="1741456"/>
                </a:lnTo>
                <a:lnTo>
                  <a:pt x="0" y="174145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6230943" y="-47500"/>
            <a:ext cx="2100643" cy="2608021"/>
          </a:xfrm>
          <a:custGeom>
            <a:avLst/>
            <a:gdLst/>
            <a:ahLst/>
            <a:cxnLst/>
            <a:rect l="l" t="t" r="r" b="b"/>
            <a:pathLst>
              <a:path w="2100643" h="2608021">
                <a:moveTo>
                  <a:pt x="0" y="0"/>
                </a:moveTo>
                <a:lnTo>
                  <a:pt x="2100642" y="0"/>
                </a:lnTo>
                <a:lnTo>
                  <a:pt x="2100642" y="2608021"/>
                </a:lnTo>
                <a:lnTo>
                  <a:pt x="0" y="260802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-14288" y="7406352"/>
            <a:ext cx="2976861" cy="2928148"/>
          </a:xfrm>
          <a:custGeom>
            <a:avLst/>
            <a:gdLst/>
            <a:ahLst/>
            <a:cxnLst/>
            <a:rect l="l" t="t" r="r" b="b"/>
            <a:pathLst>
              <a:path w="2976861" h="2928148">
                <a:moveTo>
                  <a:pt x="0" y="0"/>
                </a:moveTo>
                <a:lnTo>
                  <a:pt x="2976860" y="0"/>
                </a:lnTo>
                <a:lnTo>
                  <a:pt x="2976860" y="2928149"/>
                </a:lnTo>
                <a:lnTo>
                  <a:pt x="0" y="292814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3742690" y="3929538"/>
            <a:ext cx="10490832" cy="21031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364"/>
              </a:lnSpc>
            </a:pPr>
            <a:r>
              <a:rPr lang="en-US" sz="9600" b="1" dirty="0">
                <a:solidFill>
                  <a:srgbClr val="0E4D8C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ANY  QUESTION </a:t>
            </a:r>
            <a:r>
              <a:rPr lang="en-US" sz="13636" b="1" dirty="0">
                <a:solidFill>
                  <a:srgbClr val="0E4D8C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?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001193" y="6584911"/>
            <a:ext cx="4714764" cy="4678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21"/>
              </a:lnSpc>
              <a:spcBef>
                <a:spcPct val="0"/>
              </a:spcBef>
            </a:pPr>
            <a:r>
              <a:rPr lang="en-US" sz="3101" dirty="0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rPr>
              <a:t>Presented by : Kyrie Petrakis </a:t>
            </a:r>
          </a:p>
        </p:txBody>
      </p:sp>
      <p:sp>
        <p:nvSpPr>
          <p:cNvPr id="16" name="Date Placeholder 15">
            <a:extLst>
              <a:ext uri="{FF2B5EF4-FFF2-40B4-BE49-F238E27FC236}">
                <a16:creationId xmlns:a16="http://schemas.microsoft.com/office/drawing/2014/main" id="{82A6A5D0-C6EF-82BF-604B-DE237116C65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5800" y="9615065"/>
            <a:ext cx="2133600" cy="365125"/>
          </a:xfrm>
        </p:spPr>
        <p:txBody>
          <a:bodyPr/>
          <a:lstStyle/>
          <a:p>
            <a:pPr algn="ctr"/>
            <a:fld id="{F8A85ABC-4BAA-41EA-AD72-DB4A8F98A751}" type="datetime1">
              <a:rPr lang="en-US" sz="2800" b="1" smtClean="0">
                <a:solidFill>
                  <a:schemeClr val="tx1"/>
                </a:solidFill>
              </a:rPr>
              <a:pPr algn="ctr"/>
              <a:t>6/12/2026</a:t>
            </a:fld>
            <a:endParaRPr lang="en-US" sz="2800" b="1" dirty="0">
              <a:solidFill>
                <a:schemeClr val="tx1"/>
              </a:solidFill>
            </a:endParaRPr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5593FD27-5032-BF8F-3F36-8EB9A29B95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40306" y="9708130"/>
            <a:ext cx="2895600" cy="365125"/>
          </a:xfrm>
        </p:spPr>
        <p:txBody>
          <a:bodyPr/>
          <a:lstStyle/>
          <a:p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Hospital Management System </a:t>
            </a:r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C5789007-FE05-2951-46BC-82E718224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865469" y="961506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3200" b="1" smtClean="0">
                <a:solidFill>
                  <a:schemeClr val="tx1"/>
                </a:solidFill>
              </a:rPr>
              <a:pPr/>
              <a:t>14</a:t>
            </a:fld>
            <a:endParaRPr lang="en-US" sz="3200" b="1" dirty="0">
              <a:solidFill>
                <a:schemeClr val="tx1"/>
              </a:solidFill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C2EA94C7-DA53-EE45-5B6B-591BAE17D2DF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524000" cy="1312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35482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 rot="-5400000">
            <a:off x="14641519" y="-34580"/>
            <a:ext cx="3764454" cy="3702854"/>
          </a:xfrm>
          <a:custGeom>
            <a:avLst/>
            <a:gdLst/>
            <a:ahLst/>
            <a:cxnLst/>
            <a:rect l="l" t="t" r="r" b="b"/>
            <a:pathLst>
              <a:path w="3764454" h="3702854">
                <a:moveTo>
                  <a:pt x="0" y="0"/>
                </a:moveTo>
                <a:lnTo>
                  <a:pt x="3764455" y="0"/>
                </a:lnTo>
                <a:lnTo>
                  <a:pt x="3764455" y="3702855"/>
                </a:lnTo>
                <a:lnTo>
                  <a:pt x="0" y="370285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>
            <a:off x="13442938" y="3771636"/>
            <a:ext cx="4845062" cy="6515364"/>
          </a:xfrm>
          <a:custGeom>
            <a:avLst/>
            <a:gdLst/>
            <a:ahLst/>
            <a:cxnLst/>
            <a:rect l="l" t="t" r="r" b="b"/>
            <a:pathLst>
              <a:path w="4845062" h="6515364">
                <a:moveTo>
                  <a:pt x="4845062" y="0"/>
                </a:moveTo>
                <a:lnTo>
                  <a:pt x="0" y="0"/>
                </a:lnTo>
                <a:lnTo>
                  <a:pt x="0" y="6515364"/>
                </a:lnTo>
                <a:lnTo>
                  <a:pt x="4845062" y="6515364"/>
                </a:lnTo>
                <a:lnTo>
                  <a:pt x="4845062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4502592" y="7250362"/>
            <a:ext cx="1494485" cy="1741456"/>
          </a:xfrm>
          <a:custGeom>
            <a:avLst/>
            <a:gdLst/>
            <a:ahLst/>
            <a:cxnLst/>
            <a:rect l="l" t="t" r="r" b="b"/>
            <a:pathLst>
              <a:path w="1494485" h="1741456">
                <a:moveTo>
                  <a:pt x="0" y="0"/>
                </a:moveTo>
                <a:lnTo>
                  <a:pt x="1494485" y="0"/>
                </a:lnTo>
                <a:lnTo>
                  <a:pt x="1494485" y="1741456"/>
                </a:lnTo>
                <a:lnTo>
                  <a:pt x="0" y="174145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6230943" y="-47500"/>
            <a:ext cx="2100643" cy="2608021"/>
          </a:xfrm>
          <a:custGeom>
            <a:avLst/>
            <a:gdLst/>
            <a:ahLst/>
            <a:cxnLst/>
            <a:rect l="l" t="t" r="r" b="b"/>
            <a:pathLst>
              <a:path w="2100643" h="2608021">
                <a:moveTo>
                  <a:pt x="0" y="0"/>
                </a:moveTo>
                <a:lnTo>
                  <a:pt x="2100642" y="0"/>
                </a:lnTo>
                <a:lnTo>
                  <a:pt x="2100642" y="2608021"/>
                </a:lnTo>
                <a:lnTo>
                  <a:pt x="0" y="260802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-14288" y="7406352"/>
            <a:ext cx="2976861" cy="2928148"/>
          </a:xfrm>
          <a:custGeom>
            <a:avLst/>
            <a:gdLst/>
            <a:ahLst/>
            <a:cxnLst/>
            <a:rect l="l" t="t" r="r" b="b"/>
            <a:pathLst>
              <a:path w="2976861" h="2928148">
                <a:moveTo>
                  <a:pt x="0" y="0"/>
                </a:moveTo>
                <a:lnTo>
                  <a:pt x="2976860" y="0"/>
                </a:lnTo>
                <a:lnTo>
                  <a:pt x="2976860" y="2928149"/>
                </a:lnTo>
                <a:lnTo>
                  <a:pt x="0" y="292814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3742690" y="3929538"/>
            <a:ext cx="10490832" cy="21031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364"/>
              </a:lnSpc>
            </a:pPr>
            <a:r>
              <a:rPr lang="en-US" sz="13636" b="1" dirty="0">
                <a:solidFill>
                  <a:srgbClr val="0E4D8C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THANK  YOU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001193" y="6584911"/>
            <a:ext cx="4714764" cy="4678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21"/>
              </a:lnSpc>
              <a:spcBef>
                <a:spcPct val="0"/>
              </a:spcBef>
            </a:pPr>
            <a:r>
              <a:rPr lang="en-US" sz="3101" dirty="0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rPr>
              <a:t>Presented by : Kyrie Petrakis </a:t>
            </a:r>
          </a:p>
        </p:txBody>
      </p:sp>
      <p:sp>
        <p:nvSpPr>
          <p:cNvPr id="16" name="Date Placeholder 15">
            <a:extLst>
              <a:ext uri="{FF2B5EF4-FFF2-40B4-BE49-F238E27FC236}">
                <a16:creationId xmlns:a16="http://schemas.microsoft.com/office/drawing/2014/main" id="{82A6A5D0-C6EF-82BF-604B-DE237116C65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5800" y="9615065"/>
            <a:ext cx="2133600" cy="365125"/>
          </a:xfrm>
        </p:spPr>
        <p:txBody>
          <a:bodyPr/>
          <a:lstStyle/>
          <a:p>
            <a:pPr algn="ctr"/>
            <a:fld id="{4140F688-18F2-42D7-B916-36C11B8201D1}" type="datetime1">
              <a:rPr lang="en-US" sz="2800" b="1" smtClean="0">
                <a:solidFill>
                  <a:schemeClr val="tx1"/>
                </a:solidFill>
              </a:rPr>
              <a:pPr algn="ctr"/>
              <a:t>6/12/2026</a:t>
            </a:fld>
            <a:endParaRPr lang="en-US" sz="2800" b="1" dirty="0">
              <a:solidFill>
                <a:schemeClr val="tx1"/>
              </a:solidFill>
            </a:endParaRPr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5593FD27-5032-BF8F-3F36-8EB9A29B95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40306" y="9708130"/>
            <a:ext cx="2895600" cy="365125"/>
          </a:xfrm>
        </p:spPr>
        <p:txBody>
          <a:bodyPr/>
          <a:lstStyle/>
          <a:p>
            <a:r>
              <a:rPr lang="en-US" dirty="0"/>
              <a:t> </a:t>
            </a: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Hospital Management System </a:t>
            </a:r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C5789007-FE05-2951-46BC-82E718224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865469" y="961506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3200" b="1" smtClean="0">
                <a:solidFill>
                  <a:schemeClr val="tx1"/>
                </a:solidFill>
              </a:rPr>
              <a:pPr/>
              <a:t>15</a:t>
            </a:fld>
            <a:endParaRPr lang="en-US" sz="3200" b="1" dirty="0">
              <a:solidFill>
                <a:schemeClr val="tx1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8089231-0F15-025C-E9F3-F8971C6D7C56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524000" cy="1312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90344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182</TotalTime>
  <Words>452</Words>
  <Application>Microsoft Office PowerPoint</Application>
  <PresentationFormat>Custom</PresentationFormat>
  <Paragraphs>142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15</vt:i4>
      </vt:variant>
    </vt:vector>
  </HeadingPairs>
  <TitlesOfParts>
    <vt:vector size="24" baseType="lpstr">
      <vt:lpstr>Times New Roman</vt:lpstr>
      <vt:lpstr>Source Sans 3 Bold</vt:lpstr>
      <vt:lpstr>Calibri Light</vt:lpstr>
      <vt:lpstr>Arial</vt:lpstr>
      <vt:lpstr>Source Sans 3</vt:lpstr>
      <vt:lpstr>Calibri</vt:lpstr>
      <vt:lpstr>Office Theme</vt:lpstr>
      <vt:lpstr>1_Custom Design</vt:lpstr>
      <vt:lpstr>Custom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White Modern Geometric Thesis Defense Presentation</dc:title>
  <dc:creator>ASUS</dc:creator>
  <cp:lastModifiedBy>nanditanandini6789@gmail.com</cp:lastModifiedBy>
  <cp:revision>8</cp:revision>
  <dcterms:created xsi:type="dcterms:W3CDTF">2006-08-16T00:00:00Z</dcterms:created>
  <dcterms:modified xsi:type="dcterms:W3CDTF">2026-06-12T11:56:29Z</dcterms:modified>
  <dc:identifier>DAHLznBoVIA</dc:identifier>
</cp:coreProperties>
</file>